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4" r:id="rId4"/>
  </p:sldMasterIdLst>
  <p:notesMasterIdLst>
    <p:notesMasterId r:id="rId20"/>
  </p:notesMasterIdLst>
  <p:handoutMasterIdLst>
    <p:handoutMasterId r:id="rId21"/>
  </p:handoutMasterIdLst>
  <p:sldIdLst>
    <p:sldId id="321" r:id="rId5"/>
    <p:sldId id="313" r:id="rId6"/>
    <p:sldId id="332" r:id="rId7"/>
    <p:sldId id="323" r:id="rId8"/>
    <p:sldId id="331" r:id="rId9"/>
    <p:sldId id="347" r:id="rId10"/>
    <p:sldId id="348" r:id="rId11"/>
    <p:sldId id="343" r:id="rId12"/>
    <p:sldId id="344" r:id="rId13"/>
    <p:sldId id="334" r:id="rId14"/>
    <p:sldId id="345" r:id="rId15"/>
    <p:sldId id="333" r:id="rId16"/>
    <p:sldId id="329" r:id="rId17"/>
    <p:sldId id="346" r:id="rId18"/>
    <p:sldId id="34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E3"/>
    <a:srgbClr val="D6DEDE"/>
    <a:srgbClr val="646C92"/>
    <a:srgbClr val="68598D"/>
    <a:srgbClr val="5A6B76"/>
    <a:srgbClr val="5A6E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505E3EF-67EA-436B-97B2-0124C06EBD24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660" autoAdjust="0"/>
  </p:normalViewPr>
  <p:slideViewPr>
    <p:cSldViewPr snapToGrid="0">
      <p:cViewPr varScale="1">
        <p:scale>
          <a:sx n="74" d="100"/>
          <a:sy n="74" d="100"/>
        </p:scale>
        <p:origin x="1042" y="72"/>
      </p:cViewPr>
      <p:guideLst/>
    </p:cSldViewPr>
  </p:slideViewPr>
  <p:outlineViewPr>
    <p:cViewPr>
      <p:scale>
        <a:sx n="33" d="100"/>
        <a:sy n="33" d="100"/>
      </p:scale>
      <p:origin x="0" y="-446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FE52182-8ED2-2CD9-1769-D9951A9939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73A34-C368-6B6E-8816-ABC664A8575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2FBC06-9676-42B7-A8B4-279236EF9829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355158-3742-8894-B074-C872916FE8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6B5579-9D25-81D6-8171-2F8C3F5377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B3735C-CF2D-4272-874B-84D65FE3CA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658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2-29T09:17:55.558"/>
    </inkml:context>
    <inkml:brush xml:id="br0">
      <inkml:brushProperty name="width" value="0.1" units="cm"/>
      <inkml:brushProperty name="height" value="0.6" units="cm"/>
      <inkml:brushProperty name="color" value="#B8C1C4"/>
      <inkml:brushProperty name="ignorePressure" value="1"/>
      <inkml:brushProperty name="inkEffects" value="pencil"/>
    </inkml:brush>
  </inkml:definitions>
  <inkml:trace contextRef="#ctx0" brushRef="#br0">1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C63451-F71A-45EA-8B10-04A09C28CC19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B270D-091D-4ED2-8C85-0898DD7D9F2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118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B270D-091D-4ED2-8C85-0898DD7D9F2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98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B270D-091D-4ED2-8C85-0898DD7D9F2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112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1826-1B3E-4E2E-8D6C-93BCEAA3D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7200" y="1096965"/>
            <a:ext cx="7977600" cy="2085696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5F0CE-1714-4650-9690-5676C0634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000" y="3945771"/>
            <a:ext cx="5760000" cy="1832730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0" spc="5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0CA85-BF38-4762-934C-D00F2047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CA3C9-6579-49D9-A5FD-20231FB4B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B94FE-6287-4D49-B0E5-FE9A9BA75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0C0B2A-3FD1-4235-A16E-0ED1E028A93E}"/>
              </a:ext>
            </a:extLst>
          </p:cNvPr>
          <p:cNvCxnSpPr>
            <a:cxnSpLocks/>
          </p:cNvCxnSpPr>
          <p:nvPr/>
        </p:nvCxnSpPr>
        <p:spPr>
          <a:xfrm>
            <a:off x="5826000" y="3525773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494E066-0146-46E9-BAF1-C33240ABA294}"/>
              </a:ext>
            </a:extLst>
          </p:cNvPr>
          <p:cNvGrpSpPr/>
          <p:nvPr/>
        </p:nvGrpSpPr>
        <p:grpSpPr>
          <a:xfrm rot="2700000">
            <a:off x="10127693" y="4178240"/>
            <a:ext cx="633413" cy="1862138"/>
            <a:chOff x="5959192" y="333389"/>
            <a:chExt cx="633413" cy="186213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02BD80B-C499-4DAC-9580-575B04F8658F}"/>
                </a:ext>
              </a:extLst>
            </p:cNvPr>
            <p:cNvGrpSpPr/>
            <p:nvPr/>
          </p:nvGrpSpPr>
          <p:grpSpPr>
            <a:xfrm>
              <a:off x="5959192" y="333389"/>
              <a:ext cx="633413" cy="1419225"/>
              <a:chOff x="5959192" y="333389"/>
              <a:chExt cx="633413" cy="1419225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CCF069F3-858C-4C67-90C2-46017C3D4C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9192" y="333389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8A1FFA52-DFA8-4A81-8A85-50BE13257F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8280" y="333389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" name="Line 70">
              <a:extLst>
                <a:ext uri="{FF2B5EF4-FFF2-40B4-BE49-F238E27FC236}">
                  <a16:creationId xmlns:a16="http://schemas.microsoft.com/office/drawing/2014/main" id="{BAEDA471-60CB-4A0C-B9AD-B2B3C51EA2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78280" y="333389"/>
              <a:ext cx="0" cy="1862138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785251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2E59-6597-437B-B2F8-E2DD1F86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3BC1D-912E-4012-84AC-A509C9EF4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7110C-4AA3-4101-B3BD-140B90AF9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0F189-4D8E-4DE6-8295-CF92FA8B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F33EC-1ACF-4D46-AEA5-A2080221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244943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5267-19A7-4A3D-9658-AD3F78DD3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2305800"/>
            <a:ext cx="4636800" cy="2246400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17554-5672-499F-BEB9-AB069E6D1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65250" y="2305800"/>
            <a:ext cx="4636800" cy="22464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1">
                <a:solidFill>
                  <a:schemeClr val="tx1"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BA3C6-C279-46AA-B4EE-5F861D83D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C125B-DDB9-4F4E-B9E9-A747E648F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465E-E86B-42A8-B18A-9046E40D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81007E-0E57-40DB-9A98-D04E0A05937B}"/>
              </a:ext>
            </a:extLst>
          </p:cNvPr>
          <p:cNvSpPr/>
          <p:nvPr/>
        </p:nvSpPr>
        <p:spPr>
          <a:xfrm>
            <a:off x="1437136" y="649304"/>
            <a:ext cx="340415" cy="340415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80000"/>
                </a:srgbClr>
              </a:gs>
              <a:gs pos="100000">
                <a:srgbClr val="FFFFFF">
                  <a:alpha val="10000"/>
                </a:srgbClr>
              </a:gs>
            </a:gsLst>
            <a:lin ang="2700000" scaled="0"/>
            <a:tileRect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C2D7ED2-BAE3-470E-9EFF-F2A49EDD9767}"/>
              </a:ext>
            </a:extLst>
          </p:cNvPr>
          <p:cNvGrpSpPr/>
          <p:nvPr/>
        </p:nvGrpSpPr>
        <p:grpSpPr>
          <a:xfrm rot="10800000">
            <a:off x="1079500" y="952167"/>
            <a:ext cx="641184" cy="1069728"/>
            <a:chOff x="6484111" y="2967038"/>
            <a:chExt cx="641184" cy="106972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B14D1A-9E1B-41C3-96AA-A5C40C4F9B3A}"/>
                </a:ext>
              </a:extLst>
            </p:cNvPr>
            <p:cNvGrpSpPr/>
            <p:nvPr/>
          </p:nvGrpSpPr>
          <p:grpSpPr>
            <a:xfrm>
              <a:off x="6808136" y="2967038"/>
              <a:ext cx="317159" cy="932400"/>
              <a:chOff x="6808136" y="2967038"/>
              <a:chExt cx="317159" cy="932400"/>
            </a:xfrm>
          </p:grpSpPr>
          <p:sp>
            <p:nvSpPr>
              <p:cNvPr id="14" name="Freeform 68">
                <a:extLst>
                  <a:ext uri="{FF2B5EF4-FFF2-40B4-BE49-F238E27FC236}">
                    <a16:creationId xmlns:a16="http://schemas.microsoft.com/office/drawing/2014/main" id="{00EC83EC-04A6-4533-80A5-B1817F1FB3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Freeform 69">
                <a:extLst>
                  <a:ext uri="{FF2B5EF4-FFF2-40B4-BE49-F238E27FC236}">
                    <a16:creationId xmlns:a16="http://schemas.microsoft.com/office/drawing/2014/main" id="{BF61FF24-9074-4265-ACF4-1AEC3621B7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70">
                <a:extLst>
                  <a:ext uri="{FF2B5EF4-FFF2-40B4-BE49-F238E27FC236}">
                    <a16:creationId xmlns:a16="http://schemas.microsoft.com/office/drawing/2014/main" id="{8D31D9FF-672B-4C5E-B4B2-DD86A12441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91EBFD-EBD5-48CE-9178-AF5B6F50D416}"/>
                </a:ext>
              </a:extLst>
            </p:cNvPr>
            <p:cNvGrpSpPr/>
            <p:nvPr/>
          </p:nvGrpSpPr>
          <p:grpSpPr>
            <a:xfrm rot="18900000" flipH="1">
              <a:off x="6484111" y="3104366"/>
              <a:ext cx="317159" cy="932400"/>
              <a:chOff x="6808136" y="2967038"/>
              <a:chExt cx="317159" cy="932400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1B45F046-3129-4A30-9402-44BA590CD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24589F32-BB2E-46B1-BAB5-75EA779C7A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Line 70">
                <a:extLst>
                  <a:ext uri="{FF2B5EF4-FFF2-40B4-BE49-F238E27FC236}">
                    <a16:creationId xmlns:a16="http://schemas.microsoft.com/office/drawing/2014/main" id="{0BD46CA5-AE89-4413-AB8D-347179D881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43A360-3214-4DB8-BD85-C6AE48D02D3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26000" y="3429001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45040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AEE3-6C7B-402E-B26D-1D079D78D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01641-6BDA-433D-9393-1DDACE067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9400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8F8D2A-A489-488D-B1E1-23F36D3E9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4202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A242E8-AEEF-4BBD-94E9-86F89D69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8D2CA-06C9-412D-A5D6-F97DDBBB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A80D9-E04B-47BF-80DA-01E68346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5271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42251-8A4B-463E-982B-C657C381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74D5E-AC0B-46BF-8840-61CC89C3B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399" y="1736732"/>
            <a:ext cx="4928400" cy="661912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A0738-7A90-4A35-AB98-9656D6187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89400" y="2431256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ADFE01-1BA7-4288-9355-8B2B508BE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4200" y="1736732"/>
            <a:ext cx="4928400" cy="662400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49F77-6C55-47AC-B1AE-5D9906DBD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4200" y="2431257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D8EF53-AF86-47E8-83DC-8C419847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1D653-ED9A-46D3-A97F-B5FA1DAE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5B9B66-64EA-4022-BD96-ECF2A80C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23027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FE053-BB16-4940-B248-2D496BB29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FBD80C-6CA1-42DB-B732-4807A27D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9DA86-C177-42C6-90F8-37C6844A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04688-7200-27A0-AED2-FDEA0C50E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53976" y="457964"/>
            <a:ext cx="6009066" cy="5914582"/>
            <a:chOff x="6153976" y="457964"/>
            <a:chExt cx="6009066" cy="591458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962AE0E-CD08-E4A3-B4FB-58E3FB60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012621" y="2980002"/>
              <a:ext cx="317159" cy="932400"/>
              <a:chOff x="6376988" y="280988"/>
              <a:chExt cx="633413" cy="1862138"/>
            </a:xfrm>
          </p:grpSpPr>
          <p:sp>
            <p:nvSpPr>
              <p:cNvPr id="86" name="Freeform 68">
                <a:extLst>
                  <a:ext uri="{FF2B5EF4-FFF2-40B4-BE49-F238E27FC236}">
                    <a16:creationId xmlns:a16="http://schemas.microsoft.com/office/drawing/2014/main" id="{942343E8-72A7-5457-2C99-D033A36FF0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376988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7" name="Freeform 69">
                <a:extLst>
                  <a:ext uri="{FF2B5EF4-FFF2-40B4-BE49-F238E27FC236}">
                    <a16:creationId xmlns:a16="http://schemas.microsoft.com/office/drawing/2014/main" id="{1C19E638-91EB-75DC-9458-EA0229C044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6076" y="280988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8" name="Line 70">
                <a:extLst>
                  <a:ext uri="{FF2B5EF4-FFF2-40B4-BE49-F238E27FC236}">
                    <a16:creationId xmlns:a16="http://schemas.microsoft.com/office/drawing/2014/main" id="{6E02EB3D-A45E-B4B7-9E49-65E6921C6D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696076" y="280988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6ED0F2C-33C6-33F8-D25A-653073FA8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324466" y="457964"/>
              <a:ext cx="3838576" cy="5838297"/>
              <a:chOff x="8324466" y="457964"/>
              <a:chExt cx="3838576" cy="5838297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6C992DF-7C76-80E6-220E-5545B437E8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1532E4B2-6FAE-2363-8842-E08A265B0F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64" name="Freeform 64">
                  <a:extLst>
                    <a:ext uri="{FF2B5EF4-FFF2-40B4-BE49-F238E27FC236}">
                      <a16:creationId xmlns:a16="http://schemas.microsoft.com/office/drawing/2014/main" id="{D7AE19E9-E19F-29AF-639C-44EB5FB5E3E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5" name="Freeform 81">
                  <a:extLst>
                    <a:ext uri="{FF2B5EF4-FFF2-40B4-BE49-F238E27FC236}">
                      <a16:creationId xmlns:a16="http://schemas.microsoft.com/office/drawing/2014/main" id="{FC6B75DA-401A-8C4D-421A-4A0230030C8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6" name="Freeform 61">
                  <a:extLst>
                    <a:ext uri="{FF2B5EF4-FFF2-40B4-BE49-F238E27FC236}">
                      <a16:creationId xmlns:a16="http://schemas.microsoft.com/office/drawing/2014/main" id="{83B7B7D8-FAE1-EF25-3177-C597CA28552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7" name="Freeform 78">
                  <a:extLst>
                    <a:ext uri="{FF2B5EF4-FFF2-40B4-BE49-F238E27FC236}">
                      <a16:creationId xmlns:a16="http://schemas.microsoft.com/office/drawing/2014/main" id="{D8189C2B-39BF-F3AD-761F-3EC5A413936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8" name="Freeform 84">
                  <a:extLst>
                    <a:ext uri="{FF2B5EF4-FFF2-40B4-BE49-F238E27FC236}">
                      <a16:creationId xmlns:a16="http://schemas.microsoft.com/office/drawing/2014/main" id="{9B3C11E0-E220-6347-106F-7361EEF4B71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9" name="Freeform 87">
                  <a:extLst>
                    <a:ext uri="{FF2B5EF4-FFF2-40B4-BE49-F238E27FC236}">
                      <a16:creationId xmlns:a16="http://schemas.microsoft.com/office/drawing/2014/main" id="{79AAD932-DEE5-826A-1B8E-BF1B2B2BB3D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0" name="Freeform 60">
                  <a:extLst>
                    <a:ext uri="{FF2B5EF4-FFF2-40B4-BE49-F238E27FC236}">
                      <a16:creationId xmlns:a16="http://schemas.microsoft.com/office/drawing/2014/main" id="{A9BA9C23-F16A-423E-DB70-2BBBE58B0C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1" name="Freeform 59">
                  <a:extLst>
                    <a:ext uri="{FF2B5EF4-FFF2-40B4-BE49-F238E27FC236}">
                      <a16:creationId xmlns:a16="http://schemas.microsoft.com/office/drawing/2014/main" id="{237FA726-DD02-A25D-C698-4FB16B377C4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2" name="Freeform 62">
                  <a:extLst>
                    <a:ext uri="{FF2B5EF4-FFF2-40B4-BE49-F238E27FC236}">
                      <a16:creationId xmlns:a16="http://schemas.microsoft.com/office/drawing/2014/main" id="{A0991B4B-EDB7-1AEE-679D-75A7958333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3" name="Freeform 65">
                  <a:extLst>
                    <a:ext uri="{FF2B5EF4-FFF2-40B4-BE49-F238E27FC236}">
                      <a16:creationId xmlns:a16="http://schemas.microsoft.com/office/drawing/2014/main" id="{198D13E0-51CA-CC43-BFAD-752CD4E5ED2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4" name="Freeform 79">
                  <a:extLst>
                    <a:ext uri="{FF2B5EF4-FFF2-40B4-BE49-F238E27FC236}">
                      <a16:creationId xmlns:a16="http://schemas.microsoft.com/office/drawing/2014/main" id="{979DDC47-298E-AFD7-CE86-9F24018FCB5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5" name="Freeform 82">
                  <a:extLst>
                    <a:ext uri="{FF2B5EF4-FFF2-40B4-BE49-F238E27FC236}">
                      <a16:creationId xmlns:a16="http://schemas.microsoft.com/office/drawing/2014/main" id="{FDF6497C-C9D8-77C1-9EC1-AA3DC693FD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6" name="Freeform 85">
                  <a:extLst>
                    <a:ext uri="{FF2B5EF4-FFF2-40B4-BE49-F238E27FC236}">
                      <a16:creationId xmlns:a16="http://schemas.microsoft.com/office/drawing/2014/main" id="{F94954A5-B504-9802-E8A3-D92A434B215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7" name="Freeform 88">
                  <a:extLst>
                    <a:ext uri="{FF2B5EF4-FFF2-40B4-BE49-F238E27FC236}">
                      <a16:creationId xmlns:a16="http://schemas.microsoft.com/office/drawing/2014/main" id="{26CA4C70-E5AD-FFC4-4F64-9029A88E16B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C2F66C97-233E-069E-842E-FC7DD613F3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79" name="Line 63">
                    <a:extLst>
                      <a:ext uri="{FF2B5EF4-FFF2-40B4-BE49-F238E27FC236}">
                        <a16:creationId xmlns:a16="http://schemas.microsoft.com/office/drawing/2014/main" id="{AA0F3696-6B0D-543A-4D40-8B145249CBF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0" name="Line 66">
                    <a:extLst>
                      <a:ext uri="{FF2B5EF4-FFF2-40B4-BE49-F238E27FC236}">
                        <a16:creationId xmlns:a16="http://schemas.microsoft.com/office/drawing/2014/main" id="{29D21825-8498-CADF-8EB5-D08C5C4348E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1" name="Line 67">
                    <a:extLst>
                      <a:ext uri="{FF2B5EF4-FFF2-40B4-BE49-F238E27FC236}">
                        <a16:creationId xmlns:a16="http://schemas.microsoft.com/office/drawing/2014/main" id="{D1EBC7BA-66A7-56E5-19F7-65B9A2BE6EB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2" name="Line 80">
                    <a:extLst>
                      <a:ext uri="{FF2B5EF4-FFF2-40B4-BE49-F238E27FC236}">
                        <a16:creationId xmlns:a16="http://schemas.microsoft.com/office/drawing/2014/main" id="{41A6EA28-930F-EBBA-43EE-6CB627294A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3" name="Line 83">
                    <a:extLst>
                      <a:ext uri="{FF2B5EF4-FFF2-40B4-BE49-F238E27FC236}">
                        <a16:creationId xmlns:a16="http://schemas.microsoft.com/office/drawing/2014/main" id="{5297B34D-B81D-6350-4194-484D7EC282F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4" name="Line 86">
                    <a:extLst>
                      <a:ext uri="{FF2B5EF4-FFF2-40B4-BE49-F238E27FC236}">
                        <a16:creationId xmlns:a16="http://schemas.microsoft.com/office/drawing/2014/main" id="{DD7C599E-910F-8D88-3AA0-B24C9A79E1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5" name="Line 89">
                    <a:extLst>
                      <a:ext uri="{FF2B5EF4-FFF2-40B4-BE49-F238E27FC236}">
                        <a16:creationId xmlns:a16="http://schemas.microsoft.com/office/drawing/2014/main" id="{E663B789-16D2-7968-1AB9-E036E4D4285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EBE4D28C-9D5D-2CDF-4E98-5D046F140C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19D439ED-096C-BC38-ECCB-78B2B5178F8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8E820AB2-DB7A-A79D-FAE4-35AC3D677C8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8E5C4B-5B7B-FDA4-A576-7854A9D1598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Rectangle 30">
                    <a:extLst>
                      <a:ext uri="{FF2B5EF4-FFF2-40B4-BE49-F238E27FC236}">
                        <a16:creationId xmlns:a16="http://schemas.microsoft.com/office/drawing/2014/main" id="{E3C02BC9-4E4F-3743-8563-808D6A0B437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" name="Rectangle 30">
                    <a:extLst>
                      <a:ext uri="{FF2B5EF4-FFF2-40B4-BE49-F238E27FC236}">
                        <a16:creationId xmlns:a16="http://schemas.microsoft.com/office/drawing/2014/main" id="{D0EF96EA-252F-062A-E566-42ABC6B9036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58DCE928-965C-EA85-F5C1-24E19E45854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B5B70EF0-D01D-E5DD-0234-6B93EE439E1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CA0351E2-397A-7FC9-6BE5-A3018AAB2BD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9EE4DD70-FCD0-DFFE-52A6-0DE9BC2331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466F87F-6F35-E28C-1556-6383A82F7F8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54" name="Freeform 68">
                    <a:extLst>
                      <a:ext uri="{FF2B5EF4-FFF2-40B4-BE49-F238E27FC236}">
                        <a16:creationId xmlns:a16="http://schemas.microsoft.com/office/drawing/2014/main" id="{D4FD8A8E-2B46-F940-BD0E-086FCF76665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55" name="Freeform 69">
                    <a:extLst>
                      <a:ext uri="{FF2B5EF4-FFF2-40B4-BE49-F238E27FC236}">
                        <a16:creationId xmlns:a16="http://schemas.microsoft.com/office/drawing/2014/main" id="{7532BE26-5B7C-EE9E-4191-8A54CDBBD66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53" name="Line 70">
                  <a:extLst>
                    <a:ext uri="{FF2B5EF4-FFF2-40B4-BE49-F238E27FC236}">
                      <a16:creationId xmlns:a16="http://schemas.microsoft.com/office/drawing/2014/main" id="{BFC8ECE6-D59A-9EE4-CB81-D6162F00D8E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080BC2-EE72-5D70-6666-DEBC49165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6153976" y="534249"/>
              <a:ext cx="3838576" cy="5838297"/>
              <a:chOff x="8324466" y="457964"/>
              <a:chExt cx="3838576" cy="583829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93AA0A3-2A8A-2332-F348-F88D6E1F3B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4355255-9D4E-147B-DA9E-4FFB14E7C1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26" name="Freeform 64">
                  <a:extLst>
                    <a:ext uri="{FF2B5EF4-FFF2-40B4-BE49-F238E27FC236}">
                      <a16:creationId xmlns:a16="http://schemas.microsoft.com/office/drawing/2014/main" id="{0C229BCD-A083-BC81-2151-41E4947E04A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7" name="Freeform 81">
                  <a:extLst>
                    <a:ext uri="{FF2B5EF4-FFF2-40B4-BE49-F238E27FC236}">
                      <a16:creationId xmlns:a16="http://schemas.microsoft.com/office/drawing/2014/main" id="{F138DCEE-5B8D-D5E5-54B6-6B0BA01F6ED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8" name="Freeform 61">
                  <a:extLst>
                    <a:ext uri="{FF2B5EF4-FFF2-40B4-BE49-F238E27FC236}">
                      <a16:creationId xmlns:a16="http://schemas.microsoft.com/office/drawing/2014/main" id="{F00BD61F-0747-E748-6BFB-CB875F4942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9" name="Freeform 78">
                  <a:extLst>
                    <a:ext uri="{FF2B5EF4-FFF2-40B4-BE49-F238E27FC236}">
                      <a16:creationId xmlns:a16="http://schemas.microsoft.com/office/drawing/2014/main" id="{07C45B1B-92EA-5E82-24D1-931DB8AF99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0" name="Freeform 84">
                  <a:extLst>
                    <a:ext uri="{FF2B5EF4-FFF2-40B4-BE49-F238E27FC236}">
                      <a16:creationId xmlns:a16="http://schemas.microsoft.com/office/drawing/2014/main" id="{F11B1265-0119-731D-E758-7C0BAFE4B5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1" name="Freeform 87">
                  <a:extLst>
                    <a:ext uri="{FF2B5EF4-FFF2-40B4-BE49-F238E27FC236}">
                      <a16:creationId xmlns:a16="http://schemas.microsoft.com/office/drawing/2014/main" id="{35056C9E-95B1-E743-9A73-5A39803B74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2" name="Freeform 60">
                  <a:extLst>
                    <a:ext uri="{FF2B5EF4-FFF2-40B4-BE49-F238E27FC236}">
                      <a16:creationId xmlns:a16="http://schemas.microsoft.com/office/drawing/2014/main" id="{873B7450-9F65-5384-2976-127FD87757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3" name="Freeform 59">
                  <a:extLst>
                    <a:ext uri="{FF2B5EF4-FFF2-40B4-BE49-F238E27FC236}">
                      <a16:creationId xmlns:a16="http://schemas.microsoft.com/office/drawing/2014/main" id="{93FE1A96-9FB8-DD4B-5EB8-26A91007B6E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4" name="Freeform 62">
                  <a:extLst>
                    <a:ext uri="{FF2B5EF4-FFF2-40B4-BE49-F238E27FC236}">
                      <a16:creationId xmlns:a16="http://schemas.microsoft.com/office/drawing/2014/main" id="{07C997E7-D2EC-2533-34E1-ADA752DD0A5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5" name="Freeform 65">
                  <a:extLst>
                    <a:ext uri="{FF2B5EF4-FFF2-40B4-BE49-F238E27FC236}">
                      <a16:creationId xmlns:a16="http://schemas.microsoft.com/office/drawing/2014/main" id="{CDFD69D0-D4F6-6990-4E0A-C6FEB0CE49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6" name="Freeform 79">
                  <a:extLst>
                    <a:ext uri="{FF2B5EF4-FFF2-40B4-BE49-F238E27FC236}">
                      <a16:creationId xmlns:a16="http://schemas.microsoft.com/office/drawing/2014/main" id="{825CB36E-9726-A54C-5717-F6A428FED5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7" name="Freeform 82">
                  <a:extLst>
                    <a:ext uri="{FF2B5EF4-FFF2-40B4-BE49-F238E27FC236}">
                      <a16:creationId xmlns:a16="http://schemas.microsoft.com/office/drawing/2014/main" id="{F8184497-7251-D4E9-F39C-EE556E4B108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8" name="Freeform 85">
                  <a:extLst>
                    <a:ext uri="{FF2B5EF4-FFF2-40B4-BE49-F238E27FC236}">
                      <a16:creationId xmlns:a16="http://schemas.microsoft.com/office/drawing/2014/main" id="{835D68A6-6C40-806B-C58A-25B22D6BC62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9" name="Freeform 88">
                  <a:extLst>
                    <a:ext uri="{FF2B5EF4-FFF2-40B4-BE49-F238E27FC236}">
                      <a16:creationId xmlns:a16="http://schemas.microsoft.com/office/drawing/2014/main" id="{E36097E1-57E6-7188-7C0D-36C56EF55F7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9C1BAB2A-BA9C-8C5A-13B8-CE9C056AE6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41" name="Line 63">
                    <a:extLst>
                      <a:ext uri="{FF2B5EF4-FFF2-40B4-BE49-F238E27FC236}">
                        <a16:creationId xmlns:a16="http://schemas.microsoft.com/office/drawing/2014/main" id="{4F8DCA4A-A0D6-514F-47BB-541F133C696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2" name="Line 66">
                    <a:extLst>
                      <a:ext uri="{FF2B5EF4-FFF2-40B4-BE49-F238E27FC236}">
                        <a16:creationId xmlns:a16="http://schemas.microsoft.com/office/drawing/2014/main" id="{0BEDD737-7AD9-32AF-DA50-AE940D883A1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3" name="Line 67">
                    <a:extLst>
                      <a:ext uri="{FF2B5EF4-FFF2-40B4-BE49-F238E27FC236}">
                        <a16:creationId xmlns:a16="http://schemas.microsoft.com/office/drawing/2014/main" id="{9361792E-BF11-44DD-3900-9EE92815F3E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4" name="Line 80">
                    <a:extLst>
                      <a:ext uri="{FF2B5EF4-FFF2-40B4-BE49-F238E27FC236}">
                        <a16:creationId xmlns:a16="http://schemas.microsoft.com/office/drawing/2014/main" id="{EF08723B-66BF-73AE-106A-58DBBBABFA3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5" name="Line 83">
                    <a:extLst>
                      <a:ext uri="{FF2B5EF4-FFF2-40B4-BE49-F238E27FC236}">
                        <a16:creationId xmlns:a16="http://schemas.microsoft.com/office/drawing/2014/main" id="{866A6C7D-739E-6ED2-8DC9-F62F9697723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6" name="Line 86">
                    <a:extLst>
                      <a:ext uri="{FF2B5EF4-FFF2-40B4-BE49-F238E27FC236}">
                        <a16:creationId xmlns:a16="http://schemas.microsoft.com/office/drawing/2014/main" id="{3CAE0274-E38E-54A4-13C4-FFD1A9DDC6C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7" name="Line 89">
                    <a:extLst>
                      <a:ext uri="{FF2B5EF4-FFF2-40B4-BE49-F238E27FC236}">
                        <a16:creationId xmlns:a16="http://schemas.microsoft.com/office/drawing/2014/main" id="{7561DEAF-B810-94D1-71BB-2116BFFFA77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23C31A5-9409-F839-90BA-3883DC5323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42742EC4-5A1C-631E-398C-F3C5A9C4A2E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D2C0A335-0DBB-9CDA-7CB6-64689BB782A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C21B6FD8-0F3F-70F9-2457-87BB8AAB793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Rectangle 30">
                    <a:extLst>
                      <a:ext uri="{FF2B5EF4-FFF2-40B4-BE49-F238E27FC236}">
                        <a16:creationId xmlns:a16="http://schemas.microsoft.com/office/drawing/2014/main" id="{44ACA065-23B9-0399-85C9-8821480A7DD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5" name="Rectangle 30">
                    <a:extLst>
                      <a:ext uri="{FF2B5EF4-FFF2-40B4-BE49-F238E27FC236}">
                        <a16:creationId xmlns:a16="http://schemas.microsoft.com/office/drawing/2014/main" id="{360F78FE-550E-F182-27C9-8D0D0411F4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2BEC42F-0A94-4DB3-9210-90D9BA7610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4639297D-A086-3111-DE35-3ADFC63EC52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0A57F373-E650-007D-EF3A-125835724B3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F7AA1C2-3BC9-2CC2-246C-891EEAAAAA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095730D-9E3D-CB3A-4FF1-D9B51A162A3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16" name="Freeform 68">
                    <a:extLst>
                      <a:ext uri="{FF2B5EF4-FFF2-40B4-BE49-F238E27FC236}">
                        <a16:creationId xmlns:a16="http://schemas.microsoft.com/office/drawing/2014/main" id="{0FDC9A03-E7DE-3D3E-74F8-C2990A5082F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17" name="Freeform 69">
                    <a:extLst>
                      <a:ext uri="{FF2B5EF4-FFF2-40B4-BE49-F238E27FC236}">
                        <a16:creationId xmlns:a16="http://schemas.microsoft.com/office/drawing/2014/main" id="{3B430687-A11D-CFC5-B7C6-AF9A479146F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5" name="Line 70">
                  <a:extLst>
                    <a:ext uri="{FF2B5EF4-FFF2-40B4-BE49-F238E27FC236}">
                      <a16:creationId xmlns:a16="http://schemas.microsoft.com/office/drawing/2014/main" id="{F9EEDCBB-CCC4-61BB-3480-8D21A3D2F1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0038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46A27C-9BDA-43B3-96EA-C145EA7F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FBD5E-AA17-42F1-8615-49F2664D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7A2D5-EBE5-43DD-8CF2-8B90801A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05187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451E1-40E1-4ED2-A9E3-6376E774A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1" y="955674"/>
            <a:ext cx="3531600" cy="138499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AAE5E-AD83-40D4-8BDB-6B2525024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4850" y="882651"/>
            <a:ext cx="5760000" cy="4895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DF8E2-A28B-4889-AD9E-1D733FEA2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89401" y="2584759"/>
            <a:ext cx="3531600" cy="319374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EF812-B775-468C-84D9-4394CC19F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1DEB3-5237-467C-A5B6-EDA7F366E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77A6B-440F-4D7B-92DA-1B964D02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89B2F1-1E32-44DB-B50E-BEA1896CAD8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64021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B204-119E-45DB-A177-995FF5D9B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955456"/>
            <a:ext cx="3531600" cy="1384995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D3036-53A8-4361-AAAC-D8072EB470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7200" y="540001"/>
            <a:ext cx="6115050" cy="5238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FCFCD5-820E-47D9-9A60-57680C4C9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90000" y="2584758"/>
            <a:ext cx="3531600" cy="328422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2446C3-A62E-4690-9098-53D59C4C3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6C8B8-EA3D-45E5-950A-B6F1EA0B4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ACAB7-ADBF-42E5-A214-232BA9EFB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E80DA6-B971-46B7-B0D3-8581AE0B6A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28089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FB6D0-92CA-4910-AE77-E238F4C8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913172-A138-4DD4-A5B1-58BA62507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97B9-E4AD-469B-A60D-9A1A4BD1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E1B0-48D6-4F99-9955-39958BA9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F49DA-55D4-4E36-AEB9-A0E99E31A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8381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FEBC7C-C5C1-4A79-A195-B35701C289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D34A74-3328-469B-ABCA-96F2FE368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E19AB-5637-455E-89C3-B41702C20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4F2A3-EBEE-4F42-BAC2-A482F00E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E1C27-1A43-4B0B-88D0-0C5FE1DBE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18446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7D905AD-2C09-A80F-FBF0-4F45A7A148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163" y="400049"/>
            <a:ext cx="8647721" cy="118504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F87AC4-493F-1EB8-D127-C21530FA824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8163" y="1997132"/>
            <a:ext cx="8652793" cy="4232218"/>
          </a:xfrm>
        </p:spPr>
        <p:txBody>
          <a:bodyPr lIns="0">
            <a:normAutofit/>
          </a:bodyPr>
          <a:lstStyle>
            <a:lvl1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1pPr>
            <a:lvl2pPr marL="64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2pPr>
            <a:lvl3pPr marL="100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3pPr>
            <a:lvl4pPr marL="136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4pPr>
            <a:lvl5pPr marL="172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5pPr>
          </a:lstStyle>
          <a:p>
            <a:r>
              <a:rPr lang="en-US" dirty="0">
                <a:cs typeface="Calibri"/>
              </a:rPr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BE6897-C551-2BCB-F552-C4B761D2C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57063" y="457964"/>
            <a:ext cx="2211229" cy="2707415"/>
            <a:chOff x="9728105" y="457964"/>
            <a:chExt cx="2211229" cy="2707415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8215B7C-A98D-6F6C-9039-6F2AAEEFD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940728" y="245341"/>
              <a:ext cx="1785984" cy="2211229"/>
              <a:chOff x="3125006" y="3171595"/>
              <a:chExt cx="1785984" cy="2211229"/>
            </a:xfrm>
          </p:grpSpPr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84D4E7B-7775-1603-2C3F-5C26535772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6F97B093-B348-8A25-789A-743A43E903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732DEA9-6233-9CDE-64C6-744FC6CD6E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Rectangle 30">
                  <a:extLst>
                    <a:ext uri="{FF2B5EF4-FFF2-40B4-BE49-F238E27FC236}">
                      <a16:creationId xmlns:a16="http://schemas.microsoft.com/office/drawing/2014/main" id="{9274C521-E533-D3E5-CE64-E3A3AEC0FE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" name="Rectangle 30">
                  <a:extLst>
                    <a:ext uri="{FF2B5EF4-FFF2-40B4-BE49-F238E27FC236}">
                      <a16:creationId xmlns:a16="http://schemas.microsoft.com/office/drawing/2014/main" id="{2C69CF99-91AA-9E24-24AE-5A89748B46E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A35D6C12-B227-D277-0499-FA2765DB20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01FCD87F-4621-47F3-CC5C-A1A8F673324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CA7C3364-8305-C08F-4132-18DA2D39BFA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8093390-6F0E-5ED5-5DAF-40FF11548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 userDrawn="1"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10400269" y="1917604"/>
              <a:ext cx="633413" cy="1862138"/>
              <a:chOff x="5959193" y="333389"/>
              <a:chExt cx="633413" cy="1862138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CEAA9FA7-0165-F161-72DC-F2E001FCF3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959192" y="333389"/>
                <a:ext cx="633413" cy="1419225"/>
                <a:chOff x="5959192" y="333389"/>
                <a:chExt cx="633413" cy="1419225"/>
              </a:xfrm>
            </p:grpSpPr>
            <p:sp>
              <p:nvSpPr>
                <p:cNvPr id="54" name="Freeform 68">
                  <a:extLst>
                    <a:ext uri="{FF2B5EF4-FFF2-40B4-BE49-F238E27FC236}">
                      <a16:creationId xmlns:a16="http://schemas.microsoft.com/office/drawing/2014/main" id="{9F185D91-004D-5474-3DD0-9153A2AEA29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959192" y="333389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55" name="Freeform 69">
                  <a:extLst>
                    <a:ext uri="{FF2B5EF4-FFF2-40B4-BE49-F238E27FC236}">
                      <a16:creationId xmlns:a16="http://schemas.microsoft.com/office/drawing/2014/main" id="{D995CD54-9374-D2B3-957D-6925B750A69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278280" y="333389"/>
                  <a:ext cx="314325" cy="1419225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53" name="Line 70">
                <a:extLst>
                  <a:ext uri="{FF2B5EF4-FFF2-40B4-BE49-F238E27FC236}">
                    <a16:creationId xmlns:a16="http://schemas.microsoft.com/office/drawing/2014/main" id="{EDCD4830-6A47-A59E-6569-B352E6D661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 userDrawn="1"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278281" y="333389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00E8D63-E827-790A-519A-B36BFBDEB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8163" y="179949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908D1ED-4589-9577-8D42-858F2E005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V="1">
            <a:off x="9740417" y="3721100"/>
            <a:ext cx="2211229" cy="2707415"/>
            <a:chOff x="9728105" y="457964"/>
            <a:chExt cx="2211229" cy="2707415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2657C24A-988F-290D-0D82-858C3E574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940728" y="245341"/>
              <a:ext cx="1785984" cy="2211229"/>
              <a:chOff x="3125006" y="3171595"/>
              <a:chExt cx="1785984" cy="2211229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3AB3F4C6-5635-3075-CCEA-4675932DD4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2F5D12D-62A1-0F12-12B0-572BA5657E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E47EADA3-585F-FC49-7481-AF5B4DA0939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6" name="Rectangle 30">
                  <a:extLst>
                    <a:ext uri="{FF2B5EF4-FFF2-40B4-BE49-F238E27FC236}">
                      <a16:creationId xmlns:a16="http://schemas.microsoft.com/office/drawing/2014/main" id="{DFB52899-BBD4-527C-5990-88BF84565D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7" name="Rectangle 30">
                  <a:extLst>
                    <a:ext uri="{FF2B5EF4-FFF2-40B4-BE49-F238E27FC236}">
                      <a16:creationId xmlns:a16="http://schemas.microsoft.com/office/drawing/2014/main" id="{653A3527-A6E3-89A6-71ED-9A7D8EBA4C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CD03B7A9-CD70-40B9-650E-43C78D4F1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451CBB11-40F3-F130-BA91-6311C58CB1B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id="{2CCB9535-280C-59F1-2408-AFAD8D1BE2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4493786-0B0A-24D5-26A9-8E820E6AB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 userDrawn="1"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10400269" y="1917604"/>
              <a:ext cx="633413" cy="1862138"/>
              <a:chOff x="5959193" y="333389"/>
              <a:chExt cx="633413" cy="1862138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F66FA07F-4726-2875-B812-6BCC5ABCC2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959192" y="333389"/>
                <a:ext cx="633413" cy="1419225"/>
                <a:chOff x="5959192" y="333389"/>
                <a:chExt cx="633413" cy="1419225"/>
              </a:xfrm>
            </p:grpSpPr>
            <p:sp>
              <p:nvSpPr>
                <p:cNvPr id="138" name="Freeform 68">
                  <a:extLst>
                    <a:ext uri="{FF2B5EF4-FFF2-40B4-BE49-F238E27FC236}">
                      <a16:creationId xmlns:a16="http://schemas.microsoft.com/office/drawing/2014/main" id="{A3457F2F-D92C-2F19-7ECB-5110F6A2BB3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959192" y="333389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139" name="Freeform 69">
                  <a:extLst>
                    <a:ext uri="{FF2B5EF4-FFF2-40B4-BE49-F238E27FC236}">
                      <a16:creationId xmlns:a16="http://schemas.microsoft.com/office/drawing/2014/main" id="{6ABA0333-6EC3-6BEF-E476-C0072364AA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278280" y="333389"/>
                  <a:ext cx="314325" cy="1419225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137" name="Line 70">
                <a:extLst>
                  <a:ext uri="{FF2B5EF4-FFF2-40B4-BE49-F238E27FC236}">
                    <a16:creationId xmlns:a16="http://schemas.microsoft.com/office/drawing/2014/main" id="{D9E689F1-3CC0-2CE6-27B1-34AA1949B9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 userDrawn="1"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278281" y="333389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811096D-7051-CD8E-3C9B-63077216B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8164" y="6357168"/>
            <a:ext cx="1641986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3375748-D6D7-A497-C19F-581BC0934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1AC1AD6-D101-6CA6-45FC-DC48C0F32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64103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4456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4522" y="298564"/>
            <a:ext cx="4650901" cy="6260873"/>
          </a:xfrm>
        </p:spPr>
        <p:txBody>
          <a:bodyPr anchor="ctr">
            <a:no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4A4473-D4D4-4E24-B542-C5D63C28D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53976" y="457964"/>
            <a:ext cx="6009066" cy="5914582"/>
            <a:chOff x="6153976" y="457964"/>
            <a:chExt cx="6009066" cy="591458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4CA4A32-A016-460F-8B99-22A5D265B4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012621" y="2980002"/>
              <a:ext cx="317159" cy="932400"/>
              <a:chOff x="6376988" y="280988"/>
              <a:chExt cx="633413" cy="1862138"/>
            </a:xfrm>
          </p:grpSpPr>
          <p:sp>
            <p:nvSpPr>
              <p:cNvPr id="86" name="Freeform 68">
                <a:extLst>
                  <a:ext uri="{FF2B5EF4-FFF2-40B4-BE49-F238E27FC236}">
                    <a16:creationId xmlns:a16="http://schemas.microsoft.com/office/drawing/2014/main" id="{84DB1BC2-B158-4DA5-9164-843E6B566C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376988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7" name="Freeform 69">
                <a:extLst>
                  <a:ext uri="{FF2B5EF4-FFF2-40B4-BE49-F238E27FC236}">
                    <a16:creationId xmlns:a16="http://schemas.microsoft.com/office/drawing/2014/main" id="{751FDE2E-D749-401E-B3BA-66B2F5231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6076" y="280988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8" name="Line 70">
                <a:extLst>
                  <a:ext uri="{FF2B5EF4-FFF2-40B4-BE49-F238E27FC236}">
                    <a16:creationId xmlns:a16="http://schemas.microsoft.com/office/drawing/2014/main" id="{49546377-E2EE-4854-AA84-5575789BAF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696076" y="280988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4FCC465-42B8-456F-951F-8C51A42F9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324466" y="457964"/>
              <a:ext cx="3838576" cy="5838297"/>
              <a:chOff x="8324466" y="457964"/>
              <a:chExt cx="3838576" cy="5838297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D7F8A9A-8A53-4FD3-855C-C49B035CE8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AC347F99-AC7C-4DB2-8AAF-9E2A7AE629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64" name="Freeform 64">
                  <a:extLst>
                    <a:ext uri="{FF2B5EF4-FFF2-40B4-BE49-F238E27FC236}">
                      <a16:creationId xmlns:a16="http://schemas.microsoft.com/office/drawing/2014/main" id="{89B06C37-E219-479D-B324-0DC7D056517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5" name="Freeform 81">
                  <a:extLst>
                    <a:ext uri="{FF2B5EF4-FFF2-40B4-BE49-F238E27FC236}">
                      <a16:creationId xmlns:a16="http://schemas.microsoft.com/office/drawing/2014/main" id="{29A1D878-CEA2-41DC-8638-A8523167266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6" name="Freeform 61">
                  <a:extLst>
                    <a:ext uri="{FF2B5EF4-FFF2-40B4-BE49-F238E27FC236}">
                      <a16:creationId xmlns:a16="http://schemas.microsoft.com/office/drawing/2014/main" id="{99394209-57ED-4126-A8DC-0862D1FA11E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7" name="Freeform 78">
                  <a:extLst>
                    <a:ext uri="{FF2B5EF4-FFF2-40B4-BE49-F238E27FC236}">
                      <a16:creationId xmlns:a16="http://schemas.microsoft.com/office/drawing/2014/main" id="{A48B0004-4618-4D71-88D1-A2FEE4F0AD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8" name="Freeform 84">
                  <a:extLst>
                    <a:ext uri="{FF2B5EF4-FFF2-40B4-BE49-F238E27FC236}">
                      <a16:creationId xmlns:a16="http://schemas.microsoft.com/office/drawing/2014/main" id="{4D1C172B-2446-428A-A518-FE1B5FCE0D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9" name="Freeform 87">
                  <a:extLst>
                    <a:ext uri="{FF2B5EF4-FFF2-40B4-BE49-F238E27FC236}">
                      <a16:creationId xmlns:a16="http://schemas.microsoft.com/office/drawing/2014/main" id="{E359C795-FCC1-401F-B0B6-F722AE632A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0" name="Freeform 60">
                  <a:extLst>
                    <a:ext uri="{FF2B5EF4-FFF2-40B4-BE49-F238E27FC236}">
                      <a16:creationId xmlns:a16="http://schemas.microsoft.com/office/drawing/2014/main" id="{8260D102-71BB-497E-A5CF-743FB59874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1" name="Freeform 59">
                  <a:extLst>
                    <a:ext uri="{FF2B5EF4-FFF2-40B4-BE49-F238E27FC236}">
                      <a16:creationId xmlns:a16="http://schemas.microsoft.com/office/drawing/2014/main" id="{811E3D98-A5FB-4BDE-A07D-A03EB898C67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2" name="Freeform 62">
                  <a:extLst>
                    <a:ext uri="{FF2B5EF4-FFF2-40B4-BE49-F238E27FC236}">
                      <a16:creationId xmlns:a16="http://schemas.microsoft.com/office/drawing/2014/main" id="{9E48CE7F-B4EF-4629-8706-6838C171EF0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3" name="Freeform 65">
                  <a:extLst>
                    <a:ext uri="{FF2B5EF4-FFF2-40B4-BE49-F238E27FC236}">
                      <a16:creationId xmlns:a16="http://schemas.microsoft.com/office/drawing/2014/main" id="{C8EBC77A-0887-4128-A73B-2C0165C6F94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4" name="Freeform 79">
                  <a:extLst>
                    <a:ext uri="{FF2B5EF4-FFF2-40B4-BE49-F238E27FC236}">
                      <a16:creationId xmlns:a16="http://schemas.microsoft.com/office/drawing/2014/main" id="{7AF3D400-AAAA-47BD-922E-AA3A2AFA30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5" name="Freeform 82">
                  <a:extLst>
                    <a:ext uri="{FF2B5EF4-FFF2-40B4-BE49-F238E27FC236}">
                      <a16:creationId xmlns:a16="http://schemas.microsoft.com/office/drawing/2014/main" id="{B0A3E6A0-609D-427D-9D34-E7CF184B453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6" name="Freeform 85">
                  <a:extLst>
                    <a:ext uri="{FF2B5EF4-FFF2-40B4-BE49-F238E27FC236}">
                      <a16:creationId xmlns:a16="http://schemas.microsoft.com/office/drawing/2014/main" id="{DDE08965-A3F4-426A-924B-102A6F6FE27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7" name="Freeform 88">
                  <a:extLst>
                    <a:ext uri="{FF2B5EF4-FFF2-40B4-BE49-F238E27FC236}">
                      <a16:creationId xmlns:a16="http://schemas.microsoft.com/office/drawing/2014/main" id="{13FA8E6E-7F53-47E9-9BF8-1CD3130F42B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7A8A9991-EF8F-4128-9DB7-A2FA8CF2F6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79" name="Line 63">
                    <a:extLst>
                      <a:ext uri="{FF2B5EF4-FFF2-40B4-BE49-F238E27FC236}">
                        <a16:creationId xmlns:a16="http://schemas.microsoft.com/office/drawing/2014/main" id="{41E966B6-186E-4D17-B570-969B6951AC0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0" name="Line 66">
                    <a:extLst>
                      <a:ext uri="{FF2B5EF4-FFF2-40B4-BE49-F238E27FC236}">
                        <a16:creationId xmlns:a16="http://schemas.microsoft.com/office/drawing/2014/main" id="{918B08AD-5F3C-4FC5-8998-8524763C750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1" name="Line 67">
                    <a:extLst>
                      <a:ext uri="{FF2B5EF4-FFF2-40B4-BE49-F238E27FC236}">
                        <a16:creationId xmlns:a16="http://schemas.microsoft.com/office/drawing/2014/main" id="{EDF72260-B0A1-47A1-9459-FDF4600ACA6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2" name="Line 80">
                    <a:extLst>
                      <a:ext uri="{FF2B5EF4-FFF2-40B4-BE49-F238E27FC236}">
                        <a16:creationId xmlns:a16="http://schemas.microsoft.com/office/drawing/2014/main" id="{C6A7FA58-53F7-4C2F-96D5-E97BB3CC679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3" name="Line 83">
                    <a:extLst>
                      <a:ext uri="{FF2B5EF4-FFF2-40B4-BE49-F238E27FC236}">
                        <a16:creationId xmlns:a16="http://schemas.microsoft.com/office/drawing/2014/main" id="{1B986617-481E-450F-8FAD-CA3086A3E04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4" name="Line 86">
                    <a:extLst>
                      <a:ext uri="{FF2B5EF4-FFF2-40B4-BE49-F238E27FC236}">
                        <a16:creationId xmlns:a16="http://schemas.microsoft.com/office/drawing/2014/main" id="{4D24CAEB-B2FE-4796-8E6E-DB5148C380F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5" name="Line 89">
                    <a:extLst>
                      <a:ext uri="{FF2B5EF4-FFF2-40B4-BE49-F238E27FC236}">
                        <a16:creationId xmlns:a16="http://schemas.microsoft.com/office/drawing/2014/main" id="{3D577B03-E6D9-4FFA-A799-E504CBF8D71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3509C13-FDEE-45B0-B954-D80D6F38F0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1FF647D-8D8A-43E8-A2E2-46D1117839F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87B8728B-0A45-4551-99F0-CF33B850DA5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CFAA15D-9EFC-4A70-AC98-CB3EF00C3A4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Rectangle 30">
                    <a:extLst>
                      <a:ext uri="{FF2B5EF4-FFF2-40B4-BE49-F238E27FC236}">
                        <a16:creationId xmlns:a16="http://schemas.microsoft.com/office/drawing/2014/main" id="{AD80CCBD-3F02-48A0-A24E-5971D229517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" name="Rectangle 30">
                    <a:extLst>
                      <a:ext uri="{FF2B5EF4-FFF2-40B4-BE49-F238E27FC236}">
                        <a16:creationId xmlns:a16="http://schemas.microsoft.com/office/drawing/2014/main" id="{AB5B7D34-5A4E-48DE-8893-0F022E4CC95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2341ADC6-0CC2-46C0-BA6F-9D991366980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3316DB-546B-41BA-AD1B-94D5C467023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5105C82-44C4-41C2-96AE-ADE6DD1D71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7A634F2-054C-4614-9ECB-96BE809893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764AB7F-1912-4909-A04A-C8D125467E1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54" name="Freeform 68">
                    <a:extLst>
                      <a:ext uri="{FF2B5EF4-FFF2-40B4-BE49-F238E27FC236}">
                        <a16:creationId xmlns:a16="http://schemas.microsoft.com/office/drawing/2014/main" id="{6B93639B-DE1C-4A46-A4B5-B88FD6FC201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55" name="Freeform 69">
                    <a:extLst>
                      <a:ext uri="{FF2B5EF4-FFF2-40B4-BE49-F238E27FC236}">
                        <a16:creationId xmlns:a16="http://schemas.microsoft.com/office/drawing/2014/main" id="{A6C5D17F-13E7-4861-A839-3C56ABD56C4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53" name="Line 70">
                  <a:extLst>
                    <a:ext uri="{FF2B5EF4-FFF2-40B4-BE49-F238E27FC236}">
                      <a16:creationId xmlns:a16="http://schemas.microsoft.com/office/drawing/2014/main" id="{1C343C91-0F9E-4530-939D-2D9F15DF4A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109E9F-E572-4202-B7A6-630155DD5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6153976" y="534249"/>
              <a:ext cx="3838576" cy="5838297"/>
              <a:chOff x="8324466" y="457964"/>
              <a:chExt cx="3838576" cy="583829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4FF54B2-44F5-42F7-8353-111D80A8D2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19A2BBF4-4F54-4179-B672-AD4C8D58A3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26" name="Freeform 64">
                  <a:extLst>
                    <a:ext uri="{FF2B5EF4-FFF2-40B4-BE49-F238E27FC236}">
                      <a16:creationId xmlns:a16="http://schemas.microsoft.com/office/drawing/2014/main" id="{2F2D95CF-DAE2-4601-B9A6-233F4F2F30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7" name="Freeform 81">
                  <a:extLst>
                    <a:ext uri="{FF2B5EF4-FFF2-40B4-BE49-F238E27FC236}">
                      <a16:creationId xmlns:a16="http://schemas.microsoft.com/office/drawing/2014/main" id="{3CD52B72-C30B-4570-A8AB-78CB884F8D0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8" name="Freeform 61">
                  <a:extLst>
                    <a:ext uri="{FF2B5EF4-FFF2-40B4-BE49-F238E27FC236}">
                      <a16:creationId xmlns:a16="http://schemas.microsoft.com/office/drawing/2014/main" id="{696A9FBF-C89D-4CF9-A1DC-C0275A3B326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9" name="Freeform 78">
                  <a:extLst>
                    <a:ext uri="{FF2B5EF4-FFF2-40B4-BE49-F238E27FC236}">
                      <a16:creationId xmlns:a16="http://schemas.microsoft.com/office/drawing/2014/main" id="{C50B0ACE-17B4-4F11-BA43-0159796B83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0" name="Freeform 84">
                  <a:extLst>
                    <a:ext uri="{FF2B5EF4-FFF2-40B4-BE49-F238E27FC236}">
                      <a16:creationId xmlns:a16="http://schemas.microsoft.com/office/drawing/2014/main" id="{F0346B01-7019-48B2-9BE7-3E90F590FD6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1" name="Freeform 87">
                  <a:extLst>
                    <a:ext uri="{FF2B5EF4-FFF2-40B4-BE49-F238E27FC236}">
                      <a16:creationId xmlns:a16="http://schemas.microsoft.com/office/drawing/2014/main" id="{5C186E4B-7559-4E95-9BDD-7DA75E0873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2" name="Freeform 60">
                  <a:extLst>
                    <a:ext uri="{FF2B5EF4-FFF2-40B4-BE49-F238E27FC236}">
                      <a16:creationId xmlns:a16="http://schemas.microsoft.com/office/drawing/2014/main" id="{4FFE117A-211E-4BD5-AB76-05026DEC6B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3" name="Freeform 59">
                  <a:extLst>
                    <a:ext uri="{FF2B5EF4-FFF2-40B4-BE49-F238E27FC236}">
                      <a16:creationId xmlns:a16="http://schemas.microsoft.com/office/drawing/2014/main" id="{5CC0C412-2859-4E97-924F-291318E6ADF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4" name="Freeform 62">
                  <a:extLst>
                    <a:ext uri="{FF2B5EF4-FFF2-40B4-BE49-F238E27FC236}">
                      <a16:creationId xmlns:a16="http://schemas.microsoft.com/office/drawing/2014/main" id="{AECE441C-0FBF-4F02-9781-35F2487E3C0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5" name="Freeform 65">
                  <a:extLst>
                    <a:ext uri="{FF2B5EF4-FFF2-40B4-BE49-F238E27FC236}">
                      <a16:creationId xmlns:a16="http://schemas.microsoft.com/office/drawing/2014/main" id="{951A4317-3E34-41B4-BCD9-E6E0627C18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6" name="Freeform 79">
                  <a:extLst>
                    <a:ext uri="{FF2B5EF4-FFF2-40B4-BE49-F238E27FC236}">
                      <a16:creationId xmlns:a16="http://schemas.microsoft.com/office/drawing/2014/main" id="{CE2D40E4-274B-4D43-801B-7B3BAF03E45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7" name="Freeform 82">
                  <a:extLst>
                    <a:ext uri="{FF2B5EF4-FFF2-40B4-BE49-F238E27FC236}">
                      <a16:creationId xmlns:a16="http://schemas.microsoft.com/office/drawing/2014/main" id="{2D939FC8-6395-4DCB-B28C-2342BFB72F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8" name="Freeform 85">
                  <a:extLst>
                    <a:ext uri="{FF2B5EF4-FFF2-40B4-BE49-F238E27FC236}">
                      <a16:creationId xmlns:a16="http://schemas.microsoft.com/office/drawing/2014/main" id="{620FEEF2-AE91-48CA-8FE7-B50F83E1CF2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9" name="Freeform 88">
                  <a:extLst>
                    <a:ext uri="{FF2B5EF4-FFF2-40B4-BE49-F238E27FC236}">
                      <a16:creationId xmlns:a16="http://schemas.microsoft.com/office/drawing/2014/main" id="{27050D75-D26B-4BD3-A4A5-68DF13E9C1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37668160-F5BE-4756-B84F-C68992BC7A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41" name="Line 63">
                    <a:extLst>
                      <a:ext uri="{FF2B5EF4-FFF2-40B4-BE49-F238E27FC236}">
                        <a16:creationId xmlns:a16="http://schemas.microsoft.com/office/drawing/2014/main" id="{E7F90261-4A5A-4C39-B4B3-FEBED04E345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2" name="Line 66">
                    <a:extLst>
                      <a:ext uri="{FF2B5EF4-FFF2-40B4-BE49-F238E27FC236}">
                        <a16:creationId xmlns:a16="http://schemas.microsoft.com/office/drawing/2014/main" id="{71681E7C-A7E8-4F01-9001-3FD1105E1B4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3" name="Line 67">
                    <a:extLst>
                      <a:ext uri="{FF2B5EF4-FFF2-40B4-BE49-F238E27FC236}">
                        <a16:creationId xmlns:a16="http://schemas.microsoft.com/office/drawing/2014/main" id="{901B0597-C838-4481-A49D-E8D85B631C7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4" name="Line 80">
                    <a:extLst>
                      <a:ext uri="{FF2B5EF4-FFF2-40B4-BE49-F238E27FC236}">
                        <a16:creationId xmlns:a16="http://schemas.microsoft.com/office/drawing/2014/main" id="{23C2B0BF-A329-4A97-B3D5-545BC6813E2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5" name="Line 83">
                    <a:extLst>
                      <a:ext uri="{FF2B5EF4-FFF2-40B4-BE49-F238E27FC236}">
                        <a16:creationId xmlns:a16="http://schemas.microsoft.com/office/drawing/2014/main" id="{DBCCCA80-4FEE-4C79-8AF3-66B97054C84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6" name="Line 86">
                    <a:extLst>
                      <a:ext uri="{FF2B5EF4-FFF2-40B4-BE49-F238E27FC236}">
                        <a16:creationId xmlns:a16="http://schemas.microsoft.com/office/drawing/2014/main" id="{4B9AD13F-808D-4464-989B-F40B3E77B74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7" name="Line 89">
                    <a:extLst>
                      <a:ext uri="{FF2B5EF4-FFF2-40B4-BE49-F238E27FC236}">
                        <a16:creationId xmlns:a16="http://schemas.microsoft.com/office/drawing/2014/main" id="{076473B5-E30F-4635-8789-51368A971BD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EF568995-35CF-4C80-A63C-82B47F1BA1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99432608-19E2-4A3E-A68B-45C8E5DD471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127A2810-84DE-450A-986B-DE8AF8AE6F1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A56ED6A-BBD4-4005-A99D-65BCF8047C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Rectangle 30">
                    <a:extLst>
                      <a:ext uri="{FF2B5EF4-FFF2-40B4-BE49-F238E27FC236}">
                        <a16:creationId xmlns:a16="http://schemas.microsoft.com/office/drawing/2014/main" id="{CFC0629C-AFCE-4D39-87D5-36EF1FE5CF8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5" name="Rectangle 30">
                    <a:extLst>
                      <a:ext uri="{FF2B5EF4-FFF2-40B4-BE49-F238E27FC236}">
                        <a16:creationId xmlns:a16="http://schemas.microsoft.com/office/drawing/2014/main" id="{81F3517A-93AD-4DF3-BEC7-E607A73E5E2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4CBBC251-E8DD-438C-8733-7D65F461A44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6A94A4D4-EFFA-4AE2-B533-75F01F0F006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1F4B0E1D-2F9C-444A-ADBA-BDE9F01D8DD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F5ACA0E-A5DF-4015-8FD4-FA7A53E9D1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5A4DCFFD-FD3C-42EA-862E-5B792D9020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16" name="Freeform 68">
                    <a:extLst>
                      <a:ext uri="{FF2B5EF4-FFF2-40B4-BE49-F238E27FC236}">
                        <a16:creationId xmlns:a16="http://schemas.microsoft.com/office/drawing/2014/main" id="{0089A8F3-7530-4C17-848C-580015C3EDC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17" name="Freeform 69">
                    <a:extLst>
                      <a:ext uri="{FF2B5EF4-FFF2-40B4-BE49-F238E27FC236}">
                        <a16:creationId xmlns:a16="http://schemas.microsoft.com/office/drawing/2014/main" id="{61D8EA0C-1521-4C6D-8C09-DD6D8F1F221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5" name="Line 70">
                  <a:extLst>
                    <a:ext uri="{FF2B5EF4-FFF2-40B4-BE49-F238E27FC236}">
                      <a16:creationId xmlns:a16="http://schemas.microsoft.com/office/drawing/2014/main" id="{517033B6-6B8A-4BD6-9A52-BF9E9EFBD48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229122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DA7E-8449-42D1-93BD-4E96C1BF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2EB64-DBC0-4012-830E-9166670D1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400" y="1685925"/>
            <a:ext cx="10213200" cy="4040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9A3E9-8704-4E26-A519-8215B3E943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0000" y="6357168"/>
            <a:ext cx="176015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90E32-87A0-44C2-A299-D45FAB146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54312" y="6357600"/>
            <a:ext cx="668337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3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C1A41-01A7-44E2-965B-ACFD4F280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760150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999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9" r:id="rId12"/>
    <p:sldLayoutId id="2147483672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50000"/>
        </a:lnSpc>
        <a:spcBef>
          <a:spcPts val="10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37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80">
          <p15:clr>
            <a:srgbClr val="F26B43"/>
          </p15:clr>
        </p15:guide>
        <p15:guide id="4" pos="7000">
          <p15:clr>
            <a:srgbClr val="F26B43"/>
          </p15:clr>
        </p15:guide>
        <p15:guide id="5" orient="horz" pos="679">
          <p15:clr>
            <a:srgbClr val="F26B43"/>
          </p15:clr>
        </p15:guide>
        <p15:guide id="6" orient="horz" pos="3640">
          <p15:clr>
            <a:srgbClr val="F26B43"/>
          </p15:clr>
        </p15:guide>
        <p15:guide id="7" pos="6644">
          <p15:clr>
            <a:srgbClr val="F26B43"/>
          </p15:clr>
        </p15:guide>
        <p15:guide id="8" pos="6289">
          <p15:clr>
            <a:srgbClr val="F26B43"/>
          </p15:clr>
        </p15:guide>
        <p15:guide id="9" pos="5945">
          <p15:clr>
            <a:srgbClr val="F26B43"/>
          </p15:clr>
        </p15:guide>
        <p15:guide id="10" pos="1391">
          <p15:clr>
            <a:srgbClr val="F26B43"/>
          </p15:clr>
        </p15:guide>
        <p15:guide id="11" pos="1032">
          <p15:clr>
            <a:srgbClr val="F26B43"/>
          </p15:clr>
        </p15:guide>
        <p15:guide id="12" pos="1732">
          <p15:clr>
            <a:srgbClr val="F26B43"/>
          </p15:clr>
        </p15:guide>
        <p15:guide id="13" pos="2084">
          <p15:clr>
            <a:srgbClr val="F26B43"/>
          </p15:clr>
        </p15:guide>
        <p15:guide id="14" pos="5596">
          <p15:clr>
            <a:srgbClr val="F26B43"/>
          </p15:clr>
        </p15:guide>
        <p15:guide id="15" pos="2436">
          <p15:clr>
            <a:srgbClr val="F26B43"/>
          </p15:clr>
        </p15:guide>
        <p15:guide id="16" pos="5244">
          <p15:clr>
            <a:srgbClr val="F26B43"/>
          </p15:clr>
        </p15:guide>
        <p15:guide id="17" pos="2792">
          <p15:clr>
            <a:srgbClr val="F26B43"/>
          </p15:clr>
        </p15:guide>
        <p15:guide id="18" pos="4892">
          <p15:clr>
            <a:srgbClr val="F26B43"/>
          </p15:clr>
        </p15:guide>
        <p15:guide id="19" pos="4543">
          <p15:clr>
            <a:srgbClr val="F26B43"/>
          </p15:clr>
        </p15:guide>
        <p15:guide id="20" pos="3488">
          <p15:clr>
            <a:srgbClr val="F26B43"/>
          </p15:clr>
        </p15:guide>
        <p15:guide id="21" pos="4192">
          <p15:clr>
            <a:srgbClr val="F26B43"/>
          </p15:clr>
        </p15:guide>
        <p15:guide id="22" pos="3840">
          <p15:clr>
            <a:srgbClr val="F26B43"/>
          </p15:clr>
        </p15:guide>
        <p15:guide id="23" pos="340">
          <p15:clr>
            <a:srgbClr val="A4A3A4"/>
          </p15:clr>
        </p15:guide>
        <p15:guide id="24" pos="7340">
          <p15:clr>
            <a:srgbClr val="A4A3A4"/>
          </p15:clr>
        </p15:guide>
        <p15:guide id="25" orient="horz" pos="1062">
          <p15:clr>
            <a:srgbClr val="5ACBF0"/>
          </p15:clr>
        </p15:guide>
        <p15:guide id="26" orient="horz" pos="3982">
          <p15:clr>
            <a:srgbClr val="A4A3A4"/>
          </p15:clr>
        </p15:guide>
        <p15:guide id="27" orient="horz" pos="338">
          <p15:clr>
            <a:srgbClr val="A4A3A4"/>
          </p15:clr>
        </p15:guide>
        <p15:guide id="28" orient="horz" pos="950">
          <p15:clr>
            <a:srgbClr val="5ACBF0"/>
          </p15:clr>
        </p15:guide>
        <p15:guide id="29" orient="horz" pos="249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200lab.io/blog/vite-la-gi" TargetMode="External"/><Relationship Id="rId2" Type="http://schemas.openxmlformats.org/officeDocument/2006/relationships/hyperlink" Target="https://aws.amazon.com/what-is/restful-api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topdev.vn/blog/gioi-thieu-ve-spring-boot-spring-boot-la-gi/" TargetMode="External"/><Relationship Id="rId5" Type="http://schemas.openxmlformats.org/officeDocument/2006/relationships/hyperlink" Target="https://vietnix.vn/mysql-la-gi/" TargetMode="External"/><Relationship Id="rId4" Type="http://schemas.openxmlformats.org/officeDocument/2006/relationships/hyperlink" Target="https://www.careerlink.vn/cam-nang-viec-lam/tu-van-nghe-nghiep/tailwind-css-la-gi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khotrithucso.com/doc/p/xay-dung-website-ban-do-noi-that-cho-cong-ty-noi-that-sofia-1540503" TargetMode="External"/><Relationship Id="rId2" Type="http://schemas.openxmlformats.org/officeDocument/2006/relationships/hyperlink" Target="https://www.studocu.vn/vn/document/hoc-vien-cong-nghe-buu-chinh-vien-thong/lap-trinh-web/bao-cao-thuc-tap-tot-nghiep-xay-dung-website-ban-do-noi-that/145226725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slideshare.net/slideshow/bo-co-xy-dng-trang-web-qung-co-sn-phm-ni-tht-ca-mt-cng-tydoc/261671881" TargetMode="External"/><Relationship Id="rId5" Type="http://schemas.openxmlformats.org/officeDocument/2006/relationships/hyperlink" Target="https://luanvan.org/tom-tat-do-an-xay-dung-website-kinh-doanh-noi-that-3879/" TargetMode="External"/><Relationship Id="rId4" Type="http://schemas.openxmlformats.org/officeDocument/2006/relationships/hyperlink" Target="https://www.slideshare.net/slideshow/bo-co-thc-tp-xy-dng-website-kinh-doanh-ni-thtdoc/260243840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E86B-8377-D0EA-21A3-1974FF46C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983" y="1964579"/>
            <a:ext cx="10784032" cy="3349704"/>
          </a:xfrm>
        </p:spPr>
        <p:txBody>
          <a:bodyPr>
            <a:normAutofit/>
          </a:bodyPr>
          <a:lstStyle/>
          <a:p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TÊN ĐỀ TÀI</a:t>
            </a:r>
            <a:b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XÂY DỰNG WEBSITE BÁN NỘI THẤT</a:t>
            </a:r>
            <a:b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TÍCH HỢP CHATBOT AI TƯ VẤN KHÁCH HÀNG</a:t>
            </a:r>
            <a:br>
              <a:rPr lang="en-US" sz="33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endParaRPr lang="en-US"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52C3CA-722A-2629-8B2E-4091DC0EAA24}"/>
              </a:ext>
            </a:extLst>
          </p:cNvPr>
          <p:cNvSpPr txBox="1"/>
          <p:nvPr/>
        </p:nvSpPr>
        <p:spPr>
          <a:xfrm>
            <a:off x="7983697" y="5328107"/>
            <a:ext cx="34705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Nguyễn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Phước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MSSV: 110122005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DA22TTA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594F9-01B6-FD7B-EED1-CC13F92EE694}"/>
              </a:ext>
            </a:extLst>
          </p:cNvPr>
          <p:cNvSpPr txBox="1"/>
          <p:nvPr/>
        </p:nvSpPr>
        <p:spPr>
          <a:xfrm>
            <a:off x="2254826" y="1702969"/>
            <a:ext cx="8084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BÁO CÁO THỰC TẬP ĐỒ ÁN CHUYÊN NGÀNH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D1B45-6B4F-B266-04EC-60402EA27E48}"/>
              </a:ext>
            </a:extLst>
          </p:cNvPr>
          <p:cNvSpPr txBox="1"/>
          <p:nvPr/>
        </p:nvSpPr>
        <p:spPr>
          <a:xfrm>
            <a:off x="1128139" y="5328107"/>
            <a:ext cx="34705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dẫn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Phạm Minh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Đương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0D52A09-5B8F-AFA0-3215-2806971BFE5F}"/>
                  </a:ext>
                </a:extLst>
              </p14:cNvPr>
              <p14:cNvContentPartPr/>
              <p14:nvPr/>
            </p14:nvContentPartPr>
            <p14:xfrm>
              <a:off x="7983697" y="1759796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0D52A09-5B8F-AFA0-3215-2806971BFE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66057" y="1651796"/>
                <a:ext cx="36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Picture 14" descr="A blue and white logo&#10;&#10;Description automatically generated">
            <a:extLst>
              <a:ext uri="{FF2B5EF4-FFF2-40B4-BE49-F238E27FC236}">
                <a16:creationId xmlns:a16="http://schemas.microsoft.com/office/drawing/2014/main" id="{4588999C-BCD5-25C3-AF5E-B8789B4B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82" y="52768"/>
            <a:ext cx="1707028" cy="1707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BCE74D-896D-54CB-6DBC-43F72361A974}"/>
              </a:ext>
            </a:extLst>
          </p:cNvPr>
          <p:cNvSpPr txBox="1"/>
          <p:nvPr/>
        </p:nvSpPr>
        <p:spPr>
          <a:xfrm>
            <a:off x="2670464" y="249590"/>
            <a:ext cx="6851071" cy="1143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TRƯỜNG KỸ THUẬT - CÔNG NGHỆ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</p:spTree>
    <p:extLst>
      <p:ext uri="{BB962C8B-B14F-4D97-AF65-F5344CB8AC3E}">
        <p14:creationId xmlns:p14="http://schemas.microsoft.com/office/powerpoint/2010/main" val="1908109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F96D254-F859-1258-4748-C95E73153110}"/>
              </a:ext>
            </a:extLst>
          </p:cNvPr>
          <p:cNvSpPr txBox="1"/>
          <p:nvPr/>
        </p:nvSpPr>
        <p:spPr>
          <a:xfrm>
            <a:off x="689811" y="3136612"/>
            <a:ext cx="2534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NỘI DUNG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1E6B917-B737-A465-10F5-88470A70F05D}"/>
              </a:ext>
            </a:extLst>
          </p:cNvPr>
          <p:cNvCxnSpPr/>
          <p:nvPr/>
        </p:nvCxnSpPr>
        <p:spPr>
          <a:xfrm>
            <a:off x="835742" y="3716348"/>
            <a:ext cx="1907458" cy="0"/>
          </a:xfrm>
          <a:prstGeom prst="line">
            <a:avLst/>
          </a:prstGeom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F5C0CC55-7214-C4DD-E660-12E18C28A1DF}"/>
              </a:ext>
            </a:extLst>
          </p:cNvPr>
          <p:cNvGrpSpPr/>
          <p:nvPr/>
        </p:nvGrpSpPr>
        <p:grpSpPr>
          <a:xfrm>
            <a:off x="4186431" y="1012953"/>
            <a:ext cx="6992845" cy="4832092"/>
            <a:chOff x="4363411" y="508928"/>
            <a:chExt cx="6992845" cy="48320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C64EF7-2798-1AFF-7090-EF39149192B9}"/>
                </a:ext>
              </a:extLst>
            </p:cNvPr>
            <p:cNvSpPr txBox="1"/>
            <p:nvPr/>
          </p:nvSpPr>
          <p:spPr>
            <a:xfrm>
              <a:off x="5100367" y="508928"/>
              <a:ext cx="6255889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Tổng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quan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về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tài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Lý do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chọn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tài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Cơ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sở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lý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thuyết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Kiến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trúc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hệ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thống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thực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hiện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đạt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được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và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hướng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phát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triển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FD72BD1-423C-8ABE-6169-D648F4862EBD}"/>
                </a:ext>
              </a:extLst>
            </p:cNvPr>
            <p:cNvCxnSpPr/>
            <p:nvPr/>
          </p:nvCxnSpPr>
          <p:spPr>
            <a:xfrm>
              <a:off x="4876800" y="581189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BD862DA-A41C-580F-B402-75787553238F}"/>
                </a:ext>
              </a:extLst>
            </p:cNvPr>
            <p:cNvCxnSpPr/>
            <p:nvPr/>
          </p:nvCxnSpPr>
          <p:spPr>
            <a:xfrm>
              <a:off x="4891548" y="1421847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FC177DE-C104-9299-726C-528C9B7CB194}"/>
                </a:ext>
              </a:extLst>
            </p:cNvPr>
            <p:cNvCxnSpPr/>
            <p:nvPr/>
          </p:nvCxnSpPr>
          <p:spPr>
            <a:xfrm>
              <a:off x="4906296" y="2262505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7D0C8FA-92DA-20C1-628A-D1FAB2A1F9EF}"/>
                </a:ext>
              </a:extLst>
            </p:cNvPr>
            <p:cNvCxnSpPr/>
            <p:nvPr/>
          </p:nvCxnSpPr>
          <p:spPr>
            <a:xfrm>
              <a:off x="4921044" y="3103163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FE5D84-5420-4E09-59D6-835C15725ED3}"/>
                </a:ext>
              </a:extLst>
            </p:cNvPr>
            <p:cNvCxnSpPr/>
            <p:nvPr/>
          </p:nvCxnSpPr>
          <p:spPr>
            <a:xfrm>
              <a:off x="4935792" y="3943821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6296063-98D7-1BAA-88E3-DCDF1BD45046}"/>
                </a:ext>
              </a:extLst>
            </p:cNvPr>
            <p:cNvCxnSpPr/>
            <p:nvPr/>
          </p:nvCxnSpPr>
          <p:spPr>
            <a:xfrm>
              <a:off x="4950540" y="4784479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834B923-24AE-0301-D632-BEEB5CE6D6B5}"/>
                </a:ext>
              </a:extLst>
            </p:cNvPr>
            <p:cNvSpPr txBox="1"/>
            <p:nvPr/>
          </p:nvSpPr>
          <p:spPr>
            <a:xfrm>
              <a:off x="4363411" y="595937"/>
              <a:ext cx="319318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5E51606-9743-2679-AB6E-C8991FAEE3F9}"/>
                </a:ext>
              </a:extLst>
            </p:cNvPr>
            <p:cNvSpPr txBox="1"/>
            <p:nvPr/>
          </p:nvSpPr>
          <p:spPr>
            <a:xfrm>
              <a:off x="4373356" y="3136612"/>
              <a:ext cx="319318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4867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1408D-8D0A-B555-BDC7-E4546326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D6620C-E88C-1EA8-133B-E1638FED86D1}"/>
              </a:ext>
            </a:extLst>
          </p:cNvPr>
          <p:cNvSpPr txBox="1"/>
          <p:nvPr/>
        </p:nvSpPr>
        <p:spPr>
          <a:xfrm>
            <a:off x="1406013" y="373626"/>
            <a:ext cx="38149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740816-4693-4431-378C-36D703290A94}"/>
              </a:ext>
            </a:extLst>
          </p:cNvPr>
          <p:cNvSpPr txBox="1"/>
          <p:nvPr/>
        </p:nvSpPr>
        <p:spPr>
          <a:xfrm>
            <a:off x="449826" y="1036285"/>
            <a:ext cx="56461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Bối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nổ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CMCN 4.0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đẩy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sắm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Nhu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Đòi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hỏi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622F9-38BE-8DAA-6E08-23747CFCBE0A}"/>
              </a:ext>
            </a:extLst>
          </p:cNvPr>
          <p:cNvSpPr txBox="1"/>
          <p:nvPr/>
        </p:nvSpPr>
        <p:spPr>
          <a:xfrm>
            <a:off x="10363200" y="20057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69AC44-9FAC-E672-008B-6D81108570A8}"/>
              </a:ext>
            </a:extLst>
          </p:cNvPr>
          <p:cNvSpPr txBox="1"/>
          <p:nvPr/>
        </p:nvSpPr>
        <p:spPr>
          <a:xfrm>
            <a:off x="7465142" y="1806196"/>
            <a:ext cx="45818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Thách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ngành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khắt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Các 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"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tĩnh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",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sâu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28E42-EF36-0C28-ECA9-668B3758BB12}"/>
              </a:ext>
            </a:extLst>
          </p:cNvPr>
          <p:cNvSpPr txBox="1"/>
          <p:nvPr/>
        </p:nvSpPr>
        <p:spPr>
          <a:xfrm>
            <a:off x="449826" y="3867858"/>
            <a:ext cx="600013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Spring Boot (Backend) &amp; ReactJS (Frontend).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toàn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VNPay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(Highlight):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AI Chatbot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24/7,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sắm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6ACA04-1286-6DD6-3ECB-9B41E0D98297}"/>
              </a:ext>
            </a:extLst>
          </p:cNvPr>
          <p:cNvCxnSpPr/>
          <p:nvPr/>
        </p:nvCxnSpPr>
        <p:spPr>
          <a:xfrm>
            <a:off x="6754761" y="1409031"/>
            <a:ext cx="0" cy="49176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F4AE1F-CDD0-1ABF-E9A8-9A5F6EF2F07B}"/>
              </a:ext>
            </a:extLst>
          </p:cNvPr>
          <p:cNvCxnSpPr>
            <a:cxnSpLocks/>
          </p:cNvCxnSpPr>
          <p:nvPr/>
        </p:nvCxnSpPr>
        <p:spPr>
          <a:xfrm>
            <a:off x="6164826" y="1582994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65DF9E5-C6CC-A0F9-D121-D5F019E1B1DF}"/>
              </a:ext>
            </a:extLst>
          </p:cNvPr>
          <p:cNvCxnSpPr>
            <a:cxnSpLocks/>
          </p:cNvCxnSpPr>
          <p:nvPr/>
        </p:nvCxnSpPr>
        <p:spPr>
          <a:xfrm>
            <a:off x="6754761" y="3507099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711E5E1-CD4D-52EF-D1F7-FDDA5539BF43}"/>
              </a:ext>
            </a:extLst>
          </p:cNvPr>
          <p:cNvCxnSpPr>
            <a:cxnSpLocks/>
          </p:cNvCxnSpPr>
          <p:nvPr/>
        </p:nvCxnSpPr>
        <p:spPr>
          <a:xfrm>
            <a:off x="6154993" y="5136236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2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82421E-DAA8-5122-DD5D-E33C96219782}"/>
              </a:ext>
            </a:extLst>
          </p:cNvPr>
          <p:cNvSpPr txBox="1"/>
          <p:nvPr/>
        </p:nvSpPr>
        <p:spPr>
          <a:xfrm>
            <a:off x="1396180" y="334297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2. Lý do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chọn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6A947D5-CCBB-0538-794C-81806835A446}"/>
              </a:ext>
            </a:extLst>
          </p:cNvPr>
          <p:cNvGrpSpPr/>
          <p:nvPr/>
        </p:nvGrpSpPr>
        <p:grpSpPr>
          <a:xfrm>
            <a:off x="167458" y="2170468"/>
            <a:ext cx="3736256" cy="2517053"/>
            <a:chOff x="265471" y="1494503"/>
            <a:chExt cx="3559275" cy="2261419"/>
          </a:xfrm>
          <a:solidFill>
            <a:srgbClr val="DAE3E3"/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B44B440-0413-39EC-2385-38D5FF5515A1}"/>
                </a:ext>
              </a:extLst>
            </p:cNvPr>
            <p:cNvSpPr/>
            <p:nvPr/>
          </p:nvSpPr>
          <p:spPr>
            <a:xfrm>
              <a:off x="334297" y="1573161"/>
              <a:ext cx="3411792" cy="2104104"/>
            </a:xfrm>
            <a:prstGeom prst="rect">
              <a:avLst/>
            </a:prstGeom>
            <a:grp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Hiểu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và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nắm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vững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RESTFul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API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8644AE5-B1B7-5319-66B9-9AE0F366F9D2}"/>
                </a:ext>
              </a:extLst>
            </p:cNvPr>
            <p:cNvGrpSpPr/>
            <p:nvPr/>
          </p:nvGrpSpPr>
          <p:grpSpPr>
            <a:xfrm>
              <a:off x="265471" y="1494503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333809B9-E99A-C969-9B65-8CFF8BE83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8A698C06-A44E-7A26-3FA0-AC057EADC4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BC54AD7-AD1F-561C-1567-7E109EC5B5B7}"/>
                </a:ext>
              </a:extLst>
            </p:cNvPr>
            <p:cNvGrpSpPr/>
            <p:nvPr/>
          </p:nvGrpSpPr>
          <p:grpSpPr>
            <a:xfrm rot="10800000">
              <a:off x="2989005" y="3023419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4E20D2-B818-99A6-F2B6-83C078E93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75DFECE-D6C3-8908-1350-AD25E4DEF0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0E9F41E-5D8F-51A6-EF26-5A25CDCFE8DE}"/>
              </a:ext>
            </a:extLst>
          </p:cNvPr>
          <p:cNvGrpSpPr/>
          <p:nvPr/>
        </p:nvGrpSpPr>
        <p:grpSpPr>
          <a:xfrm>
            <a:off x="4215303" y="2170468"/>
            <a:ext cx="3775584" cy="2517051"/>
            <a:chOff x="4375353" y="1494503"/>
            <a:chExt cx="3559275" cy="226141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B47CC7E-81EA-30B2-0616-0AB060E50F94}"/>
                </a:ext>
              </a:extLst>
            </p:cNvPr>
            <p:cNvSpPr/>
            <p:nvPr/>
          </p:nvSpPr>
          <p:spPr>
            <a:xfrm>
              <a:off x="4449098" y="1573161"/>
              <a:ext cx="3411792" cy="2104104"/>
            </a:xfrm>
            <a:prstGeom prst="rect">
              <a:avLst/>
            </a:prstGeom>
            <a:solidFill>
              <a:srgbClr val="DAE3E3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xây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dựng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website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bán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hang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có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tích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hợp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thanh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toán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241AD91-4F1E-8225-9F10-82D648206F5D}"/>
                </a:ext>
              </a:extLst>
            </p:cNvPr>
            <p:cNvGrpSpPr/>
            <p:nvPr/>
          </p:nvGrpSpPr>
          <p:grpSpPr>
            <a:xfrm>
              <a:off x="4375353" y="1494503"/>
              <a:ext cx="835741" cy="732503"/>
              <a:chOff x="560439" y="4916129"/>
              <a:chExt cx="835741" cy="732503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E125305D-7ADE-00A0-DFFC-3FD8A5E721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FE4D81C-AB46-60EB-4631-D5E6A2043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D7AEE68-E377-76E1-F7F6-C11EA2186108}"/>
                </a:ext>
              </a:extLst>
            </p:cNvPr>
            <p:cNvGrpSpPr/>
            <p:nvPr/>
          </p:nvGrpSpPr>
          <p:grpSpPr>
            <a:xfrm rot="10800000">
              <a:off x="7098887" y="3023419"/>
              <a:ext cx="835741" cy="732503"/>
              <a:chOff x="560439" y="4916129"/>
              <a:chExt cx="835741" cy="732503"/>
            </a:xfrm>
          </p:grpSpPr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800D7A6-BB86-D418-C7CB-EC6DADACB9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74D69A0-EBE0-BFBD-C742-55E2482DD3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491FCE-C34E-0581-AF37-DE331B84C0BD}"/>
              </a:ext>
            </a:extLst>
          </p:cNvPr>
          <p:cNvGrpSpPr/>
          <p:nvPr/>
        </p:nvGrpSpPr>
        <p:grpSpPr>
          <a:xfrm>
            <a:off x="8302477" y="2170481"/>
            <a:ext cx="3645643" cy="2517038"/>
            <a:chOff x="8490143" y="1494503"/>
            <a:chExt cx="3447694" cy="2261419"/>
          </a:xfrm>
          <a:solidFill>
            <a:srgbClr val="DAE3E3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BAB5F0-29D4-C7AA-6538-AEEB846F1335}"/>
                </a:ext>
              </a:extLst>
            </p:cNvPr>
            <p:cNvSpPr/>
            <p:nvPr/>
          </p:nvSpPr>
          <p:spPr>
            <a:xfrm>
              <a:off x="8563899" y="1573161"/>
              <a:ext cx="3293804" cy="2104104"/>
            </a:xfrm>
            <a:prstGeom prst="rect">
              <a:avLst/>
            </a:prstGeom>
            <a:grp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tích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hợp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chatbot AI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để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tối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ưu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hóa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quy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trình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tư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vấn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sản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phẩm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hàng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9A31F48-4F96-09D3-D9DA-342C9E89B33A}"/>
                </a:ext>
              </a:extLst>
            </p:cNvPr>
            <p:cNvGrpSpPr/>
            <p:nvPr/>
          </p:nvGrpSpPr>
          <p:grpSpPr>
            <a:xfrm>
              <a:off x="8490143" y="1494503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F6E86016-32DB-B079-3FCB-C903EF7229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DA583D1-F7C9-B72E-1EBF-6187F1DAE2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8D35561-1D13-79FC-D222-D682D414C3D6}"/>
                </a:ext>
              </a:extLst>
            </p:cNvPr>
            <p:cNvGrpSpPr/>
            <p:nvPr/>
          </p:nvGrpSpPr>
          <p:grpSpPr>
            <a:xfrm rot="10800000">
              <a:off x="11102096" y="3023419"/>
              <a:ext cx="835741" cy="732503"/>
              <a:chOff x="672020" y="4916129"/>
              <a:chExt cx="835741" cy="732503"/>
            </a:xfrm>
            <a:grpFill/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32C33689-FF11-F141-C2D9-D814E51B9F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020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78AAC43B-F346-F526-F954-0DA3806CC3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020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3074" name="Picture 2" descr="Rest Api Icon #292865 - Free Icons Library">
            <a:extLst>
              <a:ext uri="{FF2B5EF4-FFF2-40B4-BE49-F238E27FC236}">
                <a16:creationId xmlns:a16="http://schemas.microsoft.com/office/drawing/2014/main" id="{CC5CC3AD-6BA6-9FB4-9378-49AC12C0FA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635" y="2550933"/>
            <a:ext cx="1057582" cy="1057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hopping - Free commerce icons">
            <a:extLst>
              <a:ext uri="{FF2B5EF4-FFF2-40B4-BE49-F238E27FC236}">
                <a16:creationId xmlns:a16="http://schemas.microsoft.com/office/drawing/2014/main" id="{779F876A-A0B3-B025-6D0B-15D2EA7D6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8201" y="2500294"/>
            <a:ext cx="1158860" cy="115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Chatbot - Free technology icons">
            <a:extLst>
              <a:ext uri="{FF2B5EF4-FFF2-40B4-BE49-F238E27FC236}">
                <a16:creationId xmlns:a16="http://schemas.microsoft.com/office/drawing/2014/main" id="{E3B9D773-5B03-F28C-2409-1085425C4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0278" y="2387294"/>
            <a:ext cx="1196959" cy="1196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5076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B342-0597-DF41-8AA3-761A65744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949A02-894A-768E-79B1-C93160CC258C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4E1D465-71E7-096F-2B11-94C121676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203" y="2809434"/>
            <a:ext cx="3293806" cy="1852766"/>
          </a:xfrm>
          <a:prstGeom prst="rect">
            <a:avLst/>
          </a:prstGeom>
        </p:spPr>
      </p:pic>
      <p:pic>
        <p:nvPicPr>
          <p:cNvPr id="2050" name="Picture 2" descr="React original wordmark logo - Free Icon PNG, SVG">
            <a:extLst>
              <a:ext uri="{FF2B5EF4-FFF2-40B4-BE49-F238E27FC236}">
                <a16:creationId xmlns:a16="http://schemas.microsoft.com/office/drawing/2014/main" id="{82BB0CB1-06C0-335F-EB53-D3D3A4B10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777" y="1123290"/>
            <a:ext cx="1384054" cy="1384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 descr="A logo with a fingerprint in a pocket&#10;&#10;AI-generated content may be incorrect.">
            <a:extLst>
              <a:ext uri="{FF2B5EF4-FFF2-40B4-BE49-F238E27FC236}">
                <a16:creationId xmlns:a16="http://schemas.microsoft.com/office/drawing/2014/main" id="{6E14369F-7C9D-895A-EDE9-BF6D2FC96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177" y="4892234"/>
            <a:ext cx="1769400" cy="1769400"/>
          </a:xfrm>
          <a:prstGeom prst="rect">
            <a:avLst/>
          </a:prstGeom>
        </p:spPr>
      </p:pic>
      <p:pic>
        <p:nvPicPr>
          <p:cNvPr id="18" name="Picture 17" descr="A green text on a white background&#10;&#10;AI-generated content may be incorrect.">
            <a:extLst>
              <a:ext uri="{FF2B5EF4-FFF2-40B4-BE49-F238E27FC236}">
                <a16:creationId xmlns:a16="http://schemas.microsoft.com/office/drawing/2014/main" id="{542E1A28-55BF-34AA-6C12-B745DB973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1322" y="1229928"/>
            <a:ext cx="3333510" cy="857834"/>
          </a:xfrm>
          <a:prstGeom prst="rect">
            <a:avLst/>
          </a:prstGeom>
        </p:spPr>
      </p:pic>
      <p:pic>
        <p:nvPicPr>
          <p:cNvPr id="20" name="Picture 19" descr="A white figure in a orange circle&#10;&#10;AI-generated content may be incorrect.">
            <a:extLst>
              <a:ext uri="{FF2B5EF4-FFF2-40B4-BE49-F238E27FC236}">
                <a16:creationId xmlns:a16="http://schemas.microsoft.com/office/drawing/2014/main" id="{6CABB1D9-33F2-31F6-0C0D-EF59C1F85B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6486" y="5383872"/>
            <a:ext cx="1484339" cy="905085"/>
          </a:xfrm>
          <a:prstGeom prst="rect">
            <a:avLst/>
          </a:prstGeom>
        </p:spPr>
      </p:pic>
      <p:pic>
        <p:nvPicPr>
          <p:cNvPr id="22" name="Picture 21" descr="A blue waves on a black background&#10;&#10;AI-generated content may be incorrect.">
            <a:extLst>
              <a:ext uri="{FF2B5EF4-FFF2-40B4-BE49-F238E27FC236}">
                <a16:creationId xmlns:a16="http://schemas.microsoft.com/office/drawing/2014/main" id="{A8FA0AE7-9F39-86E4-B8BF-ACB52E53CC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8397" y="3429000"/>
            <a:ext cx="1454854" cy="8893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648DD4-4882-686D-B467-DFDE6B8DC85C}"/>
              </a:ext>
            </a:extLst>
          </p:cNvPr>
          <p:cNvSpPr txBox="1"/>
          <p:nvPr/>
        </p:nvSpPr>
        <p:spPr>
          <a:xfrm>
            <a:off x="4130131" y="3607808"/>
            <a:ext cx="35187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Website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D368C8-13BD-5E7A-D24B-0C2EB40BA034}"/>
              </a:ext>
            </a:extLst>
          </p:cNvPr>
          <p:cNvCxnSpPr>
            <a:cxnSpLocks/>
            <a:stCxn id="2050" idx="2"/>
          </p:cNvCxnSpPr>
          <p:nvPr/>
        </p:nvCxnSpPr>
        <p:spPr>
          <a:xfrm>
            <a:off x="3889804" y="2507344"/>
            <a:ext cx="1335315" cy="10030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D4BC6C-85A4-3A17-5588-E667300B173B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 flipV="1">
            <a:off x="3033251" y="3869418"/>
            <a:ext cx="1096880" cy="4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509E188-43B6-8748-4D80-92B886E361FB}"/>
              </a:ext>
            </a:extLst>
          </p:cNvPr>
          <p:cNvCxnSpPr>
            <a:stCxn id="20" idx="0"/>
          </p:cNvCxnSpPr>
          <p:nvPr/>
        </p:nvCxnSpPr>
        <p:spPr>
          <a:xfrm flipV="1">
            <a:off x="3898656" y="4247535"/>
            <a:ext cx="1351770" cy="1136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5A76B0B-7706-89C2-F2F0-DBF13637F201}"/>
              </a:ext>
            </a:extLst>
          </p:cNvPr>
          <p:cNvCxnSpPr>
            <a:stCxn id="18" idx="1"/>
          </p:cNvCxnSpPr>
          <p:nvPr/>
        </p:nvCxnSpPr>
        <p:spPr>
          <a:xfrm flipH="1">
            <a:off x="6302477" y="1658845"/>
            <a:ext cx="1138845" cy="1851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C4DDEDB-9CAF-6219-284C-AE473929B819}"/>
              </a:ext>
            </a:extLst>
          </p:cNvPr>
          <p:cNvCxnSpPr>
            <a:stCxn id="6" idx="1"/>
          </p:cNvCxnSpPr>
          <p:nvPr/>
        </p:nvCxnSpPr>
        <p:spPr>
          <a:xfrm flipH="1">
            <a:off x="7551177" y="3735817"/>
            <a:ext cx="741026" cy="1336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32D983F-1A45-C92C-25C0-A821F870C8F4}"/>
              </a:ext>
            </a:extLst>
          </p:cNvPr>
          <p:cNvCxnSpPr>
            <a:stCxn id="16" idx="1"/>
          </p:cNvCxnSpPr>
          <p:nvPr/>
        </p:nvCxnSpPr>
        <p:spPr>
          <a:xfrm flipH="1" flipV="1">
            <a:off x="6479458" y="4318393"/>
            <a:ext cx="1071719" cy="1458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031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F4163-F020-AEA9-D1A8-91248640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122D4C-1701-283C-8B3D-AD076D862AAF}"/>
              </a:ext>
            </a:extLst>
          </p:cNvPr>
          <p:cNvSpPr txBox="1"/>
          <p:nvPr/>
        </p:nvSpPr>
        <p:spPr>
          <a:xfrm>
            <a:off x="1317522" y="106460"/>
            <a:ext cx="3254477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trúc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96B3F5-F140-BFA0-5EAB-2ADB88F714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97"/>
          <a:stretch>
            <a:fillRect/>
          </a:stretch>
        </p:blipFill>
        <p:spPr bwMode="auto">
          <a:xfrm>
            <a:off x="1118408" y="1448327"/>
            <a:ext cx="3900402" cy="524083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E0DE67A-3467-A57F-8796-66E316B60C5C}"/>
              </a:ext>
            </a:extLst>
          </p:cNvPr>
          <p:cNvGrpSpPr/>
          <p:nvPr/>
        </p:nvGrpSpPr>
        <p:grpSpPr>
          <a:xfrm>
            <a:off x="1023895" y="835291"/>
            <a:ext cx="3464314" cy="958660"/>
            <a:chOff x="816077" y="1130709"/>
            <a:chExt cx="3464314" cy="9586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3D64AD-A18C-0231-50EF-13E9DB69471B}"/>
                </a:ext>
              </a:extLst>
            </p:cNvPr>
            <p:cNvSpPr/>
            <p:nvPr/>
          </p:nvSpPr>
          <p:spPr>
            <a:xfrm>
              <a:off x="816077" y="1130709"/>
              <a:ext cx="3464314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9C8DDC-1F21-1B6F-6AD4-FB6911E45410}"/>
                </a:ext>
              </a:extLst>
            </p:cNvPr>
            <p:cNvSpPr txBox="1"/>
            <p:nvPr/>
          </p:nvSpPr>
          <p:spPr>
            <a:xfrm>
              <a:off x="1032386" y="1130709"/>
              <a:ext cx="3248005" cy="958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Luồng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của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hệ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thống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111D7CF-BB48-04FE-A39A-4A93E40615C9}"/>
              </a:ext>
            </a:extLst>
          </p:cNvPr>
          <p:cNvSpPr txBox="1"/>
          <p:nvPr/>
        </p:nvSpPr>
        <p:spPr>
          <a:xfrm>
            <a:off x="5400040" y="1649998"/>
            <a:ext cx="6460047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Gửi yêu cầu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Người dùng thao tác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Gửi HTTP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Xác thực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Kiểm tra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quyền truy cập.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Tiếp nhận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Controller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Nhận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kiểm tra định dạng dữ liệu (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Validate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Xử lý nghiệp vụ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Service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Thực hiện tính toán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logic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chính.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Truy xuất dữ liệu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/DB):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Ánh xạ qua JPA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Lấy/Lưu dữ liệu.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Phản hồi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Response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Trả kết quả JSON về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077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E7B8-1D02-DC2D-A6DB-0BBB7BFB0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A58CC0-3570-CABB-0367-8CDBDC044F9F}"/>
              </a:ext>
            </a:extLst>
          </p:cNvPr>
          <p:cNvSpPr txBox="1"/>
          <p:nvPr/>
        </p:nvSpPr>
        <p:spPr>
          <a:xfrm>
            <a:off x="1366684" y="258073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trúc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AA7A96-8C38-CF95-88E4-56671A0C1ECC}"/>
              </a:ext>
            </a:extLst>
          </p:cNvPr>
          <p:cNvGrpSpPr/>
          <p:nvPr/>
        </p:nvGrpSpPr>
        <p:grpSpPr>
          <a:xfrm>
            <a:off x="1023895" y="835291"/>
            <a:ext cx="3464314" cy="707886"/>
            <a:chOff x="816077" y="1130709"/>
            <a:chExt cx="3464314" cy="70788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C627922-1B08-9246-97C5-E78AD5FE1288}"/>
                </a:ext>
              </a:extLst>
            </p:cNvPr>
            <p:cNvSpPr/>
            <p:nvPr/>
          </p:nvSpPr>
          <p:spPr>
            <a:xfrm>
              <a:off x="816077" y="1130709"/>
              <a:ext cx="3464314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9A9BE60-B08D-806A-FE66-3DC91F95F828}"/>
                </a:ext>
              </a:extLst>
            </p:cNvPr>
            <p:cNvSpPr txBox="1"/>
            <p:nvPr/>
          </p:nvSpPr>
          <p:spPr>
            <a:xfrm>
              <a:off x="1032386" y="1130709"/>
              <a:ext cx="324800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Luồng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chatbot</a:t>
              </a: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8A94936-C9DA-3942-D68D-D672899F5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793" y="604458"/>
            <a:ext cx="4061114" cy="59659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403332-84FC-AF1F-3EAE-9123A0AB5970}"/>
              </a:ext>
            </a:extLst>
          </p:cNvPr>
          <p:cNvSpPr txBox="1"/>
          <p:nvPr/>
        </p:nvSpPr>
        <p:spPr>
          <a:xfrm>
            <a:off x="279608" y="1643731"/>
            <a:ext cx="717837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Khởi tạo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Gửi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(JSON) từ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ReactJS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Server.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Xác thực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Kiểm tra quyền truy cập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Chuyển đến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ChatbotController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Xử lý 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Logic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Service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Đây là bước quan trọng nhất, gồm 2 tác vụ song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song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Lấy ngữ cảnh: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để lấy thông tin sản phẩm liên quan.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Tạo câu trả lời: Gửi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Prompt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OpenAI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API.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Đóng gói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Response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Kết hợp phản hồi từ AI vào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ChatResponse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Hiển thị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Trả về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Update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UI cho người dùng.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039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D6F78-75CA-81C0-D2BD-233FA8F7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FC3060-C8E4-8CE2-326A-375F93242E3D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75A740-CA98-8116-04D0-8751E6BF15F3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B72F0D-8BB6-6736-7461-FAA06EEA6C66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ED40C1C-40A4-D480-EA29-C72A86C47B1B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FFCB02E3-DCB7-F46E-782C-696413247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513" y="1838596"/>
            <a:ext cx="9218973" cy="441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7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3C56-7D87-BA4D-19E7-B2D6AA11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C68D9B-39BD-71C7-B441-38555BBAD9B1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1E9265-044C-14C6-FC4A-7DA5F0429C00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020C5A-DFB3-BDDF-293C-7694F219BF8F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AB0134-1F33-AB66-2355-4ABFB33CF2BD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7AADE8-BF72-9BBF-384B-831058F46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5680" y="1689228"/>
            <a:ext cx="8120639" cy="479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45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C4F6-6862-B878-57BB-08CF4ECD2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6ED96B-01FE-F59E-DE56-EC27A7400059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CC4FBC-CC80-821C-E843-E3F0C48E9BA3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F155CDC-B040-9CEC-CD04-1E1DBC8AAD75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C5D0196-92DC-DCA4-F30A-7BE869764D1A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B615B1-B731-F022-E5CF-33539F1E7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263" y="1680364"/>
            <a:ext cx="9289473" cy="468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4F4EC-D03C-B5A0-713A-871F023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DD7363-D954-4121-D179-CD10AC10CF1D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93D83E-5E73-D24E-01FE-3D7C3E06C1C8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7AD74E0-C720-A70D-7DF2-57CB40EA9F44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8A2B9E2-E51D-AEF7-2D1E-B291838B51ED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F38F7C6-C687-2B2B-2968-DAC7C8BC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77" y="1734686"/>
            <a:ext cx="9549246" cy="456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BA9C-DB42-2950-FED6-ED4F8D8A3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6F4E01-FBD8-4753-0D8A-8B1D8D44B56F}"/>
              </a:ext>
            </a:extLst>
          </p:cNvPr>
          <p:cNvSpPr txBox="1"/>
          <p:nvPr/>
        </p:nvSpPr>
        <p:spPr>
          <a:xfrm>
            <a:off x="1406013" y="373626"/>
            <a:ext cx="6440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6.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5D123D-A720-1FDB-7494-5AC4231814AE}"/>
              </a:ext>
            </a:extLst>
          </p:cNvPr>
          <p:cNvGrpSpPr/>
          <p:nvPr/>
        </p:nvGrpSpPr>
        <p:grpSpPr>
          <a:xfrm>
            <a:off x="668593" y="969200"/>
            <a:ext cx="2753033" cy="707886"/>
            <a:chOff x="816077" y="1130709"/>
            <a:chExt cx="2753033" cy="70788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ED8F753-F62D-1C5C-37B0-800D12ED8444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1D6E547-1D44-87B1-FD2E-8B97F95A9985}"/>
                </a:ext>
              </a:extLst>
            </p:cNvPr>
            <p:cNvSpPr txBox="1"/>
            <p:nvPr/>
          </p:nvSpPr>
          <p:spPr>
            <a:xfrm>
              <a:off x="1032386" y="1130709"/>
              <a:ext cx="240482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đạt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được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8F33BA-1DED-B6A5-036E-0FDD23DCD7F7}"/>
              </a:ext>
            </a:extLst>
          </p:cNvPr>
          <p:cNvSpPr txBox="1"/>
          <p:nvPr/>
        </p:nvSpPr>
        <p:spPr>
          <a:xfrm>
            <a:off x="1406013" y="1431255"/>
            <a:ext cx="9901083" cy="2541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ReactJS, Tailwind CSS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Spring boot.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cổng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VNPay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phép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chatbot AI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OPENAI API.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Responsive,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72000B-664A-8E02-C5C9-8ADEA0442812}"/>
              </a:ext>
            </a:extLst>
          </p:cNvPr>
          <p:cNvGrpSpPr/>
          <p:nvPr/>
        </p:nvGrpSpPr>
        <p:grpSpPr>
          <a:xfrm>
            <a:off x="2087315" y="3960212"/>
            <a:ext cx="2753033" cy="462055"/>
            <a:chOff x="2234799" y="4121721"/>
            <a:chExt cx="2753033" cy="4620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6A7E9E-FD89-C095-78BA-AE688C2D0F97}"/>
                </a:ext>
              </a:extLst>
            </p:cNvPr>
            <p:cNvSpPr/>
            <p:nvPr/>
          </p:nvSpPr>
          <p:spPr>
            <a:xfrm>
              <a:off x="2234799" y="4121721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BC45BAE-332F-A36D-1D87-F1BBFB1FD1E8}"/>
                </a:ext>
              </a:extLst>
            </p:cNvPr>
            <p:cNvSpPr txBox="1"/>
            <p:nvPr/>
          </p:nvSpPr>
          <p:spPr>
            <a:xfrm>
              <a:off x="2458066" y="4152694"/>
              <a:ext cx="23985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Hướng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phát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triển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2AFBF67A-6734-FF35-DC65-987273898F25}"/>
              </a:ext>
            </a:extLst>
          </p:cNvPr>
          <p:cNvSpPr txBox="1"/>
          <p:nvPr/>
        </p:nvSpPr>
        <p:spPr>
          <a:xfrm>
            <a:off x="2703872" y="4461943"/>
            <a:ext cx="8603224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tìm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kiếm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(AR)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phép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ướm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trước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MoMo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ShopeePay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quốc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02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0313-2D46-DE61-813F-4BFBA6FDA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7412" y="70667"/>
            <a:ext cx="5317176" cy="677635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86A57-3EE5-2EB6-9CE7-D2170A58197D}"/>
              </a:ext>
            </a:extLst>
          </p:cNvPr>
          <p:cNvSpPr txBox="1"/>
          <p:nvPr/>
        </p:nvSpPr>
        <p:spPr>
          <a:xfrm>
            <a:off x="1097328" y="1028343"/>
            <a:ext cx="10221755" cy="5031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[1]	Amazon Web Services, Inc., “What is RESTful API? - RESTful API Explained - AWS.” [Online]. Available: </a:t>
            </a:r>
            <a:r>
              <a:rPr lang="en-US" u="sng" dirty="0">
                <a:hlinkClick r:id="rId2"/>
              </a:rPr>
              <a:t>https://aws.amazon.com/what-is/restful-api/</a:t>
            </a:r>
            <a:r>
              <a:rPr lang="en-US" dirty="0"/>
              <a:t>. [Accessed: Dec. 26,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[2]	200Lab Blog, “Vite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dẫn</a:t>
            </a:r>
            <a:r>
              <a:rPr lang="en-US" dirty="0"/>
              <a:t> </a:t>
            </a:r>
            <a:r>
              <a:rPr lang="en-US" dirty="0" err="1"/>
              <a:t>Khởi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r>
              <a:rPr lang="en-US" dirty="0"/>
              <a:t> React </a:t>
            </a:r>
            <a:r>
              <a:rPr lang="en-US" dirty="0" err="1"/>
              <a:t>với</a:t>
            </a:r>
            <a:r>
              <a:rPr lang="en-US" dirty="0"/>
              <a:t> Vite.” [Online]. Available: </a:t>
            </a:r>
            <a:r>
              <a:rPr lang="en-US" u="sng" dirty="0">
                <a:hlinkClick r:id="rId3"/>
              </a:rPr>
              <a:t>https://200lab.io/blog/vite-la-gi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[3]	CareerLink, “Tailwind CSS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Trong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.” [Online]. Available: </a:t>
            </a:r>
            <a:r>
              <a:rPr lang="en-US" u="sng" dirty="0">
                <a:hlinkClick r:id="rId4"/>
              </a:rPr>
              <a:t>https://www.careerlink.vn/cam-nang-viec-lam/tu-van-nghe-nghiep/tailwind-css-la-gi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[4]	C. L. V. Tiến, “MySQL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So </a:t>
            </a:r>
            <a:r>
              <a:rPr lang="en-US" dirty="0" err="1"/>
              <a:t>sánh</a:t>
            </a:r>
            <a:r>
              <a:rPr lang="en-US" dirty="0"/>
              <a:t> MySQL </a:t>
            </a:r>
            <a:r>
              <a:rPr lang="en-US" dirty="0" err="1"/>
              <a:t>và</a:t>
            </a:r>
            <a:r>
              <a:rPr lang="en-US" dirty="0"/>
              <a:t> SQL | Cài </a:t>
            </a:r>
            <a:r>
              <a:rPr lang="en-US" dirty="0" err="1"/>
              <a:t>đặt</a:t>
            </a:r>
            <a:r>
              <a:rPr lang="en-US" dirty="0"/>
              <a:t>,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,” </a:t>
            </a:r>
            <a:r>
              <a:rPr lang="en-US" i="1" dirty="0" err="1"/>
              <a:t>Vietnix</a:t>
            </a:r>
            <a:r>
              <a:rPr lang="en-US" dirty="0"/>
              <a:t>. [Online]. Available: </a:t>
            </a:r>
            <a:r>
              <a:rPr lang="en-US" u="sng" dirty="0">
                <a:hlinkClick r:id="rId5"/>
              </a:rPr>
              <a:t>https://vietnix.vn/mysql-la-gi/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[5]	</a:t>
            </a:r>
            <a:r>
              <a:rPr lang="en-US" dirty="0" err="1"/>
              <a:t>TopDev</a:t>
            </a:r>
            <a:r>
              <a:rPr lang="en-US" dirty="0"/>
              <a:t>, “Spring boot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nổi</a:t>
            </a:r>
            <a:r>
              <a:rPr lang="en-US" dirty="0"/>
              <a:t> </a:t>
            </a:r>
            <a:r>
              <a:rPr lang="en-US" dirty="0" err="1"/>
              <a:t>bật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Spring Boot.” [Online]. Available: </a:t>
            </a:r>
            <a:r>
              <a:rPr lang="en-US" u="sng" dirty="0">
                <a:hlinkClick r:id="rId6"/>
              </a:rPr>
              <a:t>https://topdev.vn/blog/gioi-thieu-ve-spring-boot-spring-boot-la-gi/</a:t>
            </a:r>
            <a:r>
              <a:rPr lang="en-US" dirty="0"/>
              <a:t>. [Accessed: Dec. 12, 2025]</a:t>
            </a:r>
          </a:p>
        </p:txBody>
      </p:sp>
    </p:spTree>
    <p:extLst>
      <p:ext uri="{BB962C8B-B14F-4D97-AF65-F5344CB8AC3E}">
        <p14:creationId xmlns:p14="http://schemas.microsoft.com/office/powerpoint/2010/main" val="579098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C7FF0-6FE8-EAE1-D4EF-4DFD1B677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3E6E5-4E37-6D0D-5390-A120CA10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7412" y="70667"/>
            <a:ext cx="5317176" cy="677635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B04108-4FDC-337F-E18E-CB40FAB90427}"/>
              </a:ext>
            </a:extLst>
          </p:cNvPr>
          <p:cNvSpPr txBox="1"/>
          <p:nvPr/>
        </p:nvSpPr>
        <p:spPr>
          <a:xfrm>
            <a:off x="1097328" y="1028343"/>
            <a:ext cx="102217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[6]	N. T. K. Ngân, “BÁO CÁO THỰC TẬP TỐT NGHIỆP: XÂY DỰNG WEBSITE BÁN ĐỒ NỘI THẤT,” </a:t>
            </a:r>
            <a:r>
              <a:rPr lang="en-US" i="1" dirty="0" err="1"/>
              <a:t>Studocu</a:t>
            </a:r>
            <a:r>
              <a:rPr lang="en-US" dirty="0"/>
              <a:t>. [Online]. Available: </a:t>
            </a:r>
            <a:r>
              <a:rPr lang="en-US" u="sng" dirty="0">
                <a:hlinkClick r:id="rId2"/>
              </a:rPr>
              <a:t>https://www.studocu.vn/vn/document/hoc-vien-cong-nghe-buu-chinh-vien-thong/lap-trinh-web/bao-cao-thuc-tap-tot-nghiep-xay-dung-website-ban-do-noi-that/145226725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[7]	N. T. Hà, “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Sofia.” [Online]. Available: </a:t>
            </a:r>
            <a:r>
              <a:rPr lang="en-US" u="sng" dirty="0">
                <a:hlinkClick r:id="rId3"/>
              </a:rPr>
              <a:t>https://khotrithucso.com/doc/p/xay-dung-website-ban-do-noi-that-cho-cong-ty-noi-that-sofia-1540503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[8]	T. T Lân, “Báo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-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doanh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thất.doc.” [Online]. Available: </a:t>
            </a:r>
            <a:r>
              <a:rPr lang="en-US" u="sng" dirty="0">
                <a:hlinkClick r:id="rId4"/>
              </a:rPr>
              <a:t>https://www.slideshare.net/slideshow/bo-co-thc-tp-xy-dng-website-kinh-doanh-ni-thtdoc/260243840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[9]	Đ. T. T. Xuân, “</a:t>
            </a:r>
            <a:r>
              <a:rPr lang="en-US" dirty="0" err="1"/>
              <a:t>Tóm</a:t>
            </a:r>
            <a:r>
              <a:rPr lang="en-US" dirty="0"/>
              <a:t> </a:t>
            </a:r>
            <a:r>
              <a:rPr lang="en-US" dirty="0" err="1"/>
              <a:t>tắt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án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doanh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.” [Online]. Available: </a:t>
            </a:r>
            <a:r>
              <a:rPr lang="en-US" u="sng" dirty="0">
                <a:hlinkClick r:id="rId5"/>
              </a:rPr>
              <a:t>https://luanvan.org/tom-tat-do-an-xay-dung-website-kinh-doanh-noi-that-3879/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[10] N. T. Tùng, “Báo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trang</a:t>
            </a:r>
            <a:r>
              <a:rPr lang="en-US" dirty="0"/>
              <a:t> web </a:t>
            </a:r>
            <a:r>
              <a:rPr lang="en-US" dirty="0" err="1"/>
              <a:t>quảng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ty,” </a:t>
            </a:r>
            <a:r>
              <a:rPr lang="en-US" i="1" dirty="0"/>
              <a:t>SlideShare</a:t>
            </a:r>
            <a:r>
              <a:rPr lang="en-US" dirty="0"/>
              <a:t>, 2023. [Online]. Available: </a:t>
            </a:r>
            <a:r>
              <a:rPr lang="en-US" u="sng" dirty="0">
                <a:hlinkClick r:id="rId6"/>
              </a:rPr>
              <a:t>https://www.slideshare.net/slideshow/bo-co-xy-dng-trang-web-qung-co-sn-phm-ni-tht-ca-mt-cng-tydoc/261671881</a:t>
            </a:r>
            <a:r>
              <a:rPr lang="en-US" dirty="0"/>
              <a:t>. [Accessed: Dec. 26, 2025].</a:t>
            </a:r>
          </a:p>
        </p:txBody>
      </p:sp>
    </p:spTree>
    <p:extLst>
      <p:ext uri="{BB962C8B-B14F-4D97-AF65-F5344CB8AC3E}">
        <p14:creationId xmlns:p14="http://schemas.microsoft.com/office/powerpoint/2010/main" val="206488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92CA7-B09E-EA9D-E1D5-6BD9999B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3FCD-320C-A4DA-B012-5F1A7807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6664" y="2197645"/>
            <a:ext cx="9638671" cy="2187542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Cảm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Thầy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Cô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bạn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lắng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nghe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879137418"/>
      </p:ext>
    </p:extLst>
  </p:cSld>
  <p:clrMapOvr>
    <a:masterClrMapping/>
  </p:clrMapOvr>
</p:sld>
</file>

<file path=ppt/theme/theme1.xml><?xml version="1.0" encoding="utf-8"?>
<a:theme xmlns:a="http://schemas.openxmlformats.org/drawingml/2006/main" name="FrostyVTI">
  <a:themeElements>
    <a:clrScheme name="Frosty">
      <a:dk1>
        <a:sysClr val="windowText" lastClr="000000"/>
      </a:dk1>
      <a:lt1>
        <a:sysClr val="window" lastClr="FFFFFF"/>
      </a:lt1>
      <a:dk2>
        <a:srgbClr val="0B2827"/>
      </a:dk2>
      <a:lt2>
        <a:srgbClr val="DAE3E3"/>
      </a:lt2>
      <a:accent1>
        <a:srgbClr val="767E37"/>
      </a:accent1>
      <a:accent2>
        <a:srgbClr val="B495C2"/>
      </a:accent2>
      <a:accent3>
        <a:srgbClr val="8FA3A3"/>
      </a:accent3>
      <a:accent4>
        <a:srgbClr val="CE7F01"/>
      </a:accent4>
      <a:accent5>
        <a:srgbClr val="D15A29"/>
      </a:accent5>
      <a:accent6>
        <a:srgbClr val="B88470"/>
      </a:accent6>
      <a:hlink>
        <a:srgbClr val="B57001"/>
      </a:hlink>
      <a:folHlink>
        <a:srgbClr val="996209"/>
      </a:folHlink>
    </a:clrScheme>
    <a:fontScheme name="Frosted Leaf">
      <a:majorFont>
        <a:latin typeface="Goudy Old Style"/>
        <a:ea typeface=""/>
        <a:cs typeface=""/>
      </a:majorFont>
      <a:minorFont>
        <a:latin typeface="Avenir Next LT Pro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ostyVTI" id="{DD283BC3-E0B6-4E4B-91CF-F0F54D51BB21}" vid="{3EE220F7-F497-4893-BE1F-7BB1D607421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8954E08-A2C8-44D4-BABF-5531D0DF1F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FEDA63D-DE73-4ED5-BDF0-D3D9FD35E1E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AE25C0-66E9-4E74-9814-75E5D2A6CAB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{E24E2C90-66C8-4446-BEA6-CEA1DE9A1313}tf11158769_win32</Template>
  <TotalTime>768</TotalTime>
  <Words>1320</Words>
  <Application>Microsoft Office PowerPoint</Application>
  <PresentationFormat>Widescreen</PresentationFormat>
  <Paragraphs>128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Avenir Next LT Pro</vt:lpstr>
      <vt:lpstr>Calibri</vt:lpstr>
      <vt:lpstr>Goudy Old Style</vt:lpstr>
      <vt:lpstr>Wingdings</vt:lpstr>
      <vt:lpstr>FrostyVTI</vt:lpstr>
      <vt:lpstr>TÊN ĐỀ TÀI  XÂY DỰNG WEBSITE BÁN NỘI THẤT TÍCH HỢP CHATBOT AI TƯ VẤN KHÁCH HÀNG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Tài liệu tham khảo</vt:lpstr>
      <vt:lpstr>Tài liệu tham khảo</vt:lpstr>
      <vt:lpstr>Cảm ơn Thầy, Cô và các bạn đã lắng nghe!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GIGABYTE</dc:creator>
  <cp:lastModifiedBy>GIGABYTE</cp:lastModifiedBy>
  <cp:revision>129</cp:revision>
  <dcterms:created xsi:type="dcterms:W3CDTF">2024-12-29T08:43:34Z</dcterms:created>
  <dcterms:modified xsi:type="dcterms:W3CDTF">2025-12-29T02:08:43Z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